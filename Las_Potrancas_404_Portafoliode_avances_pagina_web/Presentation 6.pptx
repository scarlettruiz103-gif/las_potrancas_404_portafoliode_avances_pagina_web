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22"/>
  </p:notesMasterIdLst>
  <p:handoutMasterIdLst>
    <p:handoutMasterId r:id="rId23"/>
  </p:handoutMasterIdLst>
  <p:sldIdLst>
    <p:sldId id="314" r:id="rId5"/>
    <p:sldId id="315" r:id="rId6"/>
    <p:sldId id="326" r:id="rId7"/>
    <p:sldId id="327" r:id="rId8"/>
    <p:sldId id="329" r:id="rId9"/>
    <p:sldId id="328" r:id="rId10"/>
    <p:sldId id="318" r:id="rId11"/>
    <p:sldId id="320" r:id="rId12"/>
    <p:sldId id="330" r:id="rId13"/>
    <p:sldId id="331" r:id="rId14"/>
    <p:sldId id="332" r:id="rId15"/>
    <p:sldId id="333" r:id="rId16"/>
    <p:sldId id="334" r:id="rId17"/>
    <p:sldId id="335" r:id="rId18"/>
    <p:sldId id="336" r:id="rId19"/>
    <p:sldId id="324" r:id="rId20"/>
    <p:sldId id="309" r:id="rId21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DBB5"/>
    <a:srgbClr val="F8EAD1"/>
    <a:srgbClr val="F1D9B1"/>
    <a:srgbClr val="F6EAD2"/>
    <a:srgbClr val="EFD5AE"/>
    <a:srgbClr val="F7EBD5"/>
    <a:srgbClr val="D6A669"/>
    <a:srgbClr val="E9E6DF"/>
    <a:srgbClr val="F5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99548F-6E32-4E8F-B848-257D39314B6A}" v="114" dt="2026-03-10T05:38:21.339"/>
    <p1510:client id="{6A1EC8BD-7B11-411C-BF48-F3CE6A1A06EA}" v="3749" dt="2026-03-10T08:53:12.272"/>
    <p1510:client id="{834D772F-78FC-4F65-B5A7-16964FEB6081}" v="380" dt="2026-03-10T05:07:35.49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965" autoAdjust="0"/>
    <p:restoredTop sz="95388" autoAdjust="0"/>
  </p:normalViewPr>
  <p:slideViewPr>
    <p:cSldViewPr snapToGrid="0">
      <p:cViewPr varScale="1">
        <p:scale>
          <a:sx n="120" d="100"/>
          <a:sy n="120" d="100"/>
        </p:scale>
        <p:origin x="438" y="108"/>
      </p:cViewPr>
      <p:guideLst>
        <p:guide orient="horz" pos="3360"/>
        <p:guide pos="3840"/>
      </p:guideLst>
    </p:cSldViewPr>
  </p:slideViewPr>
  <p:outlineViewPr>
    <p:cViewPr>
      <p:scale>
        <a:sx n="33" d="100"/>
        <a:sy n="33" d="100"/>
      </p:scale>
      <p:origin x="0" y="-1267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90" d="100"/>
          <a:sy n="90" d="100"/>
        </p:scale>
        <p:origin x="3024" y="33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Relationship Id="rId30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s-ES" sz="1200"/>
            </a:lvl1pPr>
          </a:lstStyle>
          <a:p>
            <a:pPr rtl="0"/>
            <a:fld id="{54FDA38A-FBAD-470B-B9FB-8117544FBB5B}" type="datetime1">
              <a:rPr lang="es-ES" smtClean="0"/>
              <a:t>10/03/2026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s-ES" sz="1200"/>
            </a:lvl1pPr>
          </a:lstStyle>
          <a:p>
            <a:pPr rtl="0"/>
            <a:fld id="{4BF9A36D-7FAC-478F-9944-F324014F6FD1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s-ES" sz="1200"/>
            </a:lvl1pPr>
          </a:lstStyle>
          <a:p>
            <a:pPr rtl="0"/>
            <a:fld id="{2CDC0333-2802-4672-9736-13CB152699A5}" type="datetime1">
              <a:rPr lang="es-ES" smtClean="0"/>
              <a:t>10/03/2026</a:t>
            </a:fld>
            <a:endParaRPr lang="es-E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es-ES"/>
            </a:def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s-ES" sz="1200"/>
            </a:lvl1pPr>
          </a:lstStyle>
          <a:p>
            <a:pPr rtl="0"/>
            <a:fld id="{D4B9A9E5-4F7F-4A7D-9DE1-8992323292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4B9A9E5-4F7F-4A7D-9DE1-899232329269}" type="slidenum">
              <a:rPr lang="es-ES" smtClean="0"/>
              <a:t>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5691378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4B9A9E5-4F7F-4A7D-9DE1-899232329269}" type="slidenum">
              <a:rPr lang="es-ES" smtClean="0"/>
              <a:t>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6989693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4B9A9E5-4F7F-4A7D-9DE1-899232329269}" type="slidenum">
              <a:rPr lang="es-ES" smtClean="0"/>
              <a:t>5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312420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4B9A9E5-4F7F-4A7D-9DE1-899232329269}" type="slidenum">
              <a:rPr lang="es-ES" smtClean="0"/>
              <a:t>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312420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4B9A9E5-4F7F-4A7D-9DE1-899232329269}" type="slidenum">
              <a:rPr lang="es-ES" smtClean="0"/>
              <a:t>7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312420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4B9A9E5-4F7F-4A7D-9DE1-899232329269}" type="slidenum">
              <a:rPr lang="es-ES" smtClean="0"/>
              <a:t>8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5551265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AC1F8-F05D-3827-880E-8F593423B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C208677-E40A-F055-13C0-15E56754DD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CD172C7-AD48-E7B8-1951-3FC1ABE357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71A6CCE-F963-585C-6FA9-DBF6ED3F7E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4B9A9E5-4F7F-4A7D-9DE1-899232329269}" type="slidenum">
              <a:rPr lang="es-ES" smtClean="0"/>
              <a:t>8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90697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A7581-B604-B5C4-B616-BB1692B61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880FC33-6A66-533F-B604-14C2E1AADC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5114584-8883-FE7B-25EF-00AA99471D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D871589-F278-3399-6DC8-250A640A60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4B9A9E5-4F7F-4A7D-9DE1-899232329269}" type="slidenum">
              <a:rPr lang="es-ES" smtClean="0"/>
              <a:t>9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723859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785315-015B-75A8-794F-412D46A95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C72FDBC-720F-A556-C138-E6D1CFF1C5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0461D92-6B6F-176D-FF13-B6AC7F3447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8DFACD1-24E0-8B73-D295-828F14E6FB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4B9A9E5-4F7F-4A7D-9DE1-899232329269}" type="slidenum">
              <a:rPr lang="es-ES" smtClean="0"/>
              <a:t>7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639519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4B9A9E5-4F7F-4A7D-9DE1-899232329269}" type="slidenum">
              <a:rPr lang="es-ES" smtClean="0"/>
              <a:t>13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792382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4B9A9E5-4F7F-4A7D-9DE1-899232329269}" type="slidenum">
              <a:rPr lang="es-ES" smtClean="0"/>
              <a:t>15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299665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0.svg"/><Relationship Id="rId4" Type="http://schemas.openxmlformats.org/officeDocument/2006/relationships/image" Target="../media/image17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3.svg"/><Relationship Id="rId4" Type="http://schemas.openxmlformats.org/officeDocument/2006/relationships/image" Target="../media/image15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874996-9779-1D0F-B5C6-7FE85FFF1E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773681"/>
            <a:ext cx="5674360" cy="3200400"/>
          </a:xfrm>
        </p:spPr>
        <p:txBody>
          <a:bodyPr rtlCol="0" anchor="b">
            <a:normAutofit/>
          </a:bodyPr>
          <a:lstStyle>
            <a:lvl1pPr>
              <a:defRPr lang="es-ES" sz="48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96B97173-A601-1D66-1651-4FE0D76A0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454" t="1728"/>
          <a:stretch/>
        </p:blipFill>
        <p:spPr>
          <a:xfrm>
            <a:off x="-1" y="0"/>
            <a:ext cx="8264995" cy="5320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847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áfico 8">
            <a:extLst>
              <a:ext uri="{FF2B5EF4-FFF2-40B4-BE49-F238E27FC236}">
                <a16:creationId xmlns:a16="http://schemas.microsoft.com/office/drawing/2014/main" id="{0DFB311A-EAAD-7656-C753-E8C739948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4533" t="18691" r="1" b="-131"/>
          <a:stretch/>
        </p:blipFill>
        <p:spPr>
          <a:xfrm rot="5400000">
            <a:off x="7851419" y="-1244552"/>
            <a:ext cx="3096029" cy="5585137"/>
          </a:xfrm>
          <a:custGeom>
            <a:avLst/>
            <a:gdLst>
              <a:gd name="connsiteX0" fmla="*/ 0 w 1756624"/>
              <a:gd name="connsiteY0" fmla="*/ 0 h 6858000"/>
              <a:gd name="connsiteX1" fmla="*/ 1756624 w 1756624"/>
              <a:gd name="connsiteY1" fmla="*/ 0 h 6858000"/>
              <a:gd name="connsiteX2" fmla="*/ 1756624 w 1756624"/>
              <a:gd name="connsiteY2" fmla="*/ 6858000 h 6858000"/>
              <a:gd name="connsiteX3" fmla="*/ 0 w 175662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6624" h="6858000">
                <a:moveTo>
                  <a:pt x="0" y="0"/>
                </a:moveTo>
                <a:lnTo>
                  <a:pt x="1756624" y="0"/>
                </a:lnTo>
                <a:lnTo>
                  <a:pt x="17566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1612F0DE-D367-10BB-1F71-60AA6527CA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151" r="18577"/>
          <a:stretch/>
        </p:blipFill>
        <p:spPr>
          <a:xfrm>
            <a:off x="7010400" y="0"/>
            <a:ext cx="51816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F4F5799-FC34-2F2D-D11E-9B472CAF06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315533"/>
            <a:ext cx="5181600" cy="2376868"/>
          </a:xfrm>
        </p:spPr>
        <p:txBody>
          <a:bodyPr rtlCol="0" anchor="b">
            <a:normAutofit/>
          </a:bodyPr>
          <a:lstStyle>
            <a:lvl1pPr>
              <a:defRPr lang="es-ES" sz="32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2575025C-084B-CD7A-F546-0E13BA13CFEF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400" y="2844800"/>
            <a:ext cx="5181600" cy="3128963"/>
          </a:xfrm>
        </p:spPr>
        <p:txBody>
          <a:bodyPr rtlCol="0">
            <a:normAutofit/>
          </a:bodyPr>
          <a:lstStyle>
            <a:lvl1pPr marL="0" indent="0">
              <a:lnSpc>
                <a:spcPct val="120000"/>
              </a:lnSpc>
              <a:buNone/>
              <a:defRPr lang="es-ES" sz="2000"/>
            </a:lvl1pPr>
            <a:lvl2pPr>
              <a:lnSpc>
                <a:spcPct val="120000"/>
              </a:lnSpc>
              <a:defRPr lang="es-ES" sz="1800"/>
            </a:lvl2pPr>
            <a:lvl3pPr>
              <a:lnSpc>
                <a:spcPct val="120000"/>
              </a:lnSpc>
              <a:defRPr lang="es-ES" sz="1600"/>
            </a:lvl3pPr>
            <a:lvl4pPr>
              <a:lnSpc>
                <a:spcPct val="120000"/>
              </a:lnSpc>
              <a:defRPr lang="es-ES" sz="1400"/>
            </a:lvl4pPr>
            <a:lvl5pPr>
              <a:lnSpc>
                <a:spcPct val="120000"/>
              </a:lnSpc>
              <a:defRPr lang="es-ES" sz="1400"/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5" name="Marcador de número de diapositiva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s-ES" sz="1200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38750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de secció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áfico 6">
            <a:extLst>
              <a:ext uri="{FF2B5EF4-FFF2-40B4-BE49-F238E27FC236}">
                <a16:creationId xmlns:a16="http://schemas.microsoft.com/office/drawing/2014/main" id="{B5DE041D-A3BF-94FF-029C-719D4DADA2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3300" t="13815"/>
          <a:stretch/>
        </p:blipFill>
        <p:spPr>
          <a:xfrm>
            <a:off x="0" y="-1"/>
            <a:ext cx="4239206" cy="3776193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DEE605D-0584-F71C-A97D-B672F13E39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580640"/>
            <a:ext cx="5181600" cy="3368819"/>
          </a:xfrm>
        </p:spPr>
        <p:txBody>
          <a:bodyPr rtlCol="0" anchor="b">
            <a:normAutofit/>
          </a:bodyPr>
          <a:lstStyle>
            <a:lvl1pPr>
              <a:defRPr lang="es-ES" sz="48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9" name="Marcador de posición de imagen 8">
            <a:extLst>
              <a:ext uri="{FF2B5EF4-FFF2-40B4-BE49-F238E27FC236}">
                <a16:creationId xmlns:a16="http://schemas.microsoft.com/office/drawing/2014/main" id="{59AF635C-89E6-F6EF-FA6A-417A9A84BF4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85840" y="-10159"/>
            <a:ext cx="6116320" cy="6868160"/>
          </a:xfrm>
          <a:custGeom>
            <a:avLst/>
            <a:gdLst>
              <a:gd name="connsiteX0" fmla="*/ 0 w 6116320"/>
              <a:gd name="connsiteY0" fmla="*/ 0 h 6880225"/>
              <a:gd name="connsiteX1" fmla="*/ 6116320 w 6116320"/>
              <a:gd name="connsiteY1" fmla="*/ 0 h 6880225"/>
              <a:gd name="connsiteX2" fmla="*/ 6116320 w 6116320"/>
              <a:gd name="connsiteY2" fmla="*/ 6880225 h 6880225"/>
              <a:gd name="connsiteX3" fmla="*/ 0 w 6116320"/>
              <a:gd name="connsiteY3" fmla="*/ 6880225 h 6880225"/>
              <a:gd name="connsiteX4" fmla="*/ 0 w 6116320"/>
              <a:gd name="connsiteY4" fmla="*/ 0 h 6880225"/>
              <a:gd name="connsiteX0" fmla="*/ 0 w 6116320"/>
              <a:gd name="connsiteY0" fmla="*/ 0 h 6880225"/>
              <a:gd name="connsiteX1" fmla="*/ 6116320 w 6116320"/>
              <a:gd name="connsiteY1" fmla="*/ 0 h 6880225"/>
              <a:gd name="connsiteX2" fmla="*/ 6116320 w 6116320"/>
              <a:gd name="connsiteY2" fmla="*/ 6880225 h 6880225"/>
              <a:gd name="connsiteX3" fmla="*/ 2052320 w 6116320"/>
              <a:gd name="connsiteY3" fmla="*/ 6880225 h 6880225"/>
              <a:gd name="connsiteX4" fmla="*/ 0 w 6116320"/>
              <a:gd name="connsiteY4" fmla="*/ 0 h 6880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16320" h="6880225">
                <a:moveTo>
                  <a:pt x="0" y="0"/>
                </a:moveTo>
                <a:lnTo>
                  <a:pt x="6116320" y="0"/>
                </a:lnTo>
                <a:lnTo>
                  <a:pt x="6116320" y="6880225"/>
                </a:lnTo>
                <a:lnTo>
                  <a:pt x="2052320" y="6880225"/>
                </a:lnTo>
                <a:lnTo>
                  <a:pt x="0" y="0"/>
                </a:lnTo>
                <a:close/>
              </a:path>
            </a:pathLst>
          </a:custGeom>
        </p:spPr>
        <p:txBody>
          <a:bodyPr rtlCol="0">
            <a:normAutofit/>
          </a:bodyPr>
          <a:lstStyle>
            <a:lvl1pPr marL="0" indent="0" algn="ctr">
              <a:buNone/>
              <a:defRPr lang="es-ES" sz="20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en el icono para insertar una imagen</a:t>
            </a:r>
          </a:p>
        </p:txBody>
      </p:sp>
    </p:spTree>
    <p:extLst>
      <p:ext uri="{BB962C8B-B14F-4D97-AF65-F5344CB8AC3E}">
        <p14:creationId xmlns:p14="http://schemas.microsoft.com/office/powerpoint/2010/main" val="736789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rmación general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>
            <a:extLst>
              <a:ext uri="{FF2B5EF4-FFF2-40B4-BE49-F238E27FC236}">
                <a16:creationId xmlns:a16="http://schemas.microsoft.com/office/drawing/2014/main" id="{2B74EE53-DB22-C27E-074F-A7129585F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158" t="-5374" b="78533"/>
          <a:stretch/>
        </p:blipFill>
        <p:spPr>
          <a:xfrm rot="10800000">
            <a:off x="6324600" y="0"/>
            <a:ext cx="5867400" cy="1647324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278AEF0C-FA4B-8C23-0132-5529EC244F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0" y="1310639"/>
            <a:ext cx="4805997" cy="2689629"/>
          </a:xfrm>
        </p:spPr>
        <p:txBody>
          <a:bodyPr rtlCol="0" anchor="b">
            <a:normAutofit/>
          </a:bodyPr>
          <a:lstStyle>
            <a:lvl1pPr>
              <a:defRPr lang="es-ES" sz="48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12" name="Marcador de posición de imagen 11">
            <a:extLst>
              <a:ext uri="{FF2B5EF4-FFF2-40B4-BE49-F238E27FC236}">
                <a16:creationId xmlns:a16="http://schemas.microsoft.com/office/drawing/2014/main" id="{B3DD4867-9B0B-647C-1F78-5E50BF30F08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016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05384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405384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rtlCol="0">
            <a:normAutofit/>
          </a:bodyPr>
          <a:lstStyle>
            <a:lvl1pPr marL="0" indent="0" algn="ctr">
              <a:buNone/>
              <a:defRPr lang="es-ES" sz="2000"/>
            </a:lvl1pPr>
          </a:lstStyle>
          <a:p>
            <a:pPr rtl="0"/>
            <a:r>
              <a:rPr lang="es-ES"/>
              <a:t>Haga clic en el icono para agregar una imagen</a:t>
            </a:r>
          </a:p>
        </p:txBody>
      </p:sp>
      <p:sp>
        <p:nvSpPr>
          <p:cNvPr id="10" name="Marcador de contenido 9">
            <a:extLst>
              <a:ext uri="{FF2B5EF4-FFF2-40B4-BE49-F238E27FC236}">
                <a16:creationId xmlns:a16="http://schemas.microsoft.com/office/drawing/2014/main" id="{BFF4D65D-965A-5E86-4D91-C72D1D03A8B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26163" y="4172990"/>
            <a:ext cx="4805997" cy="2389736"/>
          </a:xfrm>
        </p:spPr>
        <p:txBody>
          <a:bodyPr rtlCol="0">
            <a:normAutofit/>
          </a:bodyPr>
          <a:lstStyle>
            <a:lvl1pPr marL="0" indent="0">
              <a:buFont typeface="Arial" panose="020B0604020202020204" pitchFamily="34" charset="0"/>
              <a:buNone/>
              <a:defRPr lang="es-ES" sz="2000"/>
            </a:lvl1pPr>
            <a:lvl2pPr marL="457200" indent="0">
              <a:buNone/>
              <a:defRPr lang="es-ES" sz="1800"/>
            </a:lvl2pPr>
            <a:lvl3pPr marL="914400" indent="0">
              <a:buNone/>
              <a:defRPr lang="es-ES" sz="1600"/>
            </a:lvl3pPr>
            <a:lvl4pPr marL="1371600" indent="0">
              <a:buNone/>
              <a:defRPr lang="es-ES" sz="1400"/>
            </a:lvl4pPr>
            <a:lvl5pPr marL="1828800" indent="0">
              <a:buNone/>
              <a:defRPr lang="es-ES" sz="1400"/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226365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04C9F686-E069-3B60-9625-01EE6A41D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5239"/>
          <a:stretch/>
        </p:blipFill>
        <p:spPr>
          <a:xfrm flipH="1">
            <a:off x="9135414" y="0"/>
            <a:ext cx="3056586" cy="6858000"/>
          </a:xfrm>
          <a:custGeom>
            <a:avLst/>
            <a:gdLst>
              <a:gd name="connsiteX0" fmla="*/ 4284372 w 4284372"/>
              <a:gd name="connsiteY0" fmla="*/ 0 h 6858000"/>
              <a:gd name="connsiteX1" fmla="*/ 0 w 4284372"/>
              <a:gd name="connsiteY1" fmla="*/ 0 h 6858000"/>
              <a:gd name="connsiteX2" fmla="*/ 0 w 4284372"/>
              <a:gd name="connsiteY2" fmla="*/ 6858000 h 6858000"/>
              <a:gd name="connsiteX3" fmla="*/ 4284372 w 428437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84372" h="6858000">
                <a:moveTo>
                  <a:pt x="4284372" y="0"/>
                </a:moveTo>
                <a:lnTo>
                  <a:pt x="0" y="0"/>
                </a:lnTo>
                <a:lnTo>
                  <a:pt x="0" y="6858000"/>
                </a:lnTo>
                <a:lnTo>
                  <a:pt x="4284372" y="6858000"/>
                </a:lnTo>
                <a:close/>
              </a:path>
            </a:pathLst>
          </a:cu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6D7227F9-50F9-820B-69B7-924C02120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2330"/>
          <a:stretch/>
        </p:blipFill>
        <p:spPr>
          <a:xfrm>
            <a:off x="7810500" y="3025140"/>
            <a:ext cx="4381500" cy="383286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48D1E69-316E-A8E1-7ADA-040A0E4907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7273637" cy="1646555"/>
          </a:xfrm>
        </p:spPr>
        <p:txBody>
          <a:bodyPr rtlCol="0">
            <a:normAutofit/>
          </a:bodyPr>
          <a:lstStyle>
            <a:lvl1pPr>
              <a:defRPr lang="es-ES" sz="32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11" name="Marcador de contenido 10">
            <a:extLst>
              <a:ext uri="{FF2B5EF4-FFF2-40B4-BE49-F238E27FC236}">
                <a16:creationId xmlns:a16="http://schemas.microsoft.com/office/drawing/2014/main" id="{61069CA0-E0AB-99C6-10DB-13AAC019DD7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11363"/>
            <a:ext cx="7273638" cy="4155757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es-ES" sz="2000"/>
            </a:lvl1pPr>
            <a:lvl2pPr>
              <a:spcBef>
                <a:spcPts val="0"/>
              </a:spcBef>
              <a:spcAft>
                <a:spcPts val="1200"/>
              </a:spcAft>
              <a:defRPr lang="es-ES" sz="1800"/>
            </a:lvl2pPr>
            <a:lvl3pPr>
              <a:spcBef>
                <a:spcPts val="0"/>
              </a:spcBef>
              <a:spcAft>
                <a:spcPts val="1200"/>
              </a:spcAft>
              <a:defRPr lang="es-ES" sz="1600"/>
            </a:lvl3pPr>
            <a:lvl4pPr>
              <a:spcBef>
                <a:spcPts val="0"/>
              </a:spcBef>
              <a:spcAft>
                <a:spcPts val="1200"/>
              </a:spcAft>
              <a:defRPr lang="es-ES" sz="1400"/>
            </a:lvl4pPr>
            <a:lvl5pPr>
              <a:spcBef>
                <a:spcPts val="0"/>
              </a:spcBef>
              <a:spcAft>
                <a:spcPts val="1200"/>
              </a:spcAft>
              <a:defRPr lang="es-ES" sz="1400"/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5" name="Marcador de número de diapositiva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s-ES" sz="1200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15213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, contenido e imagen a la izquierda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áfico 5">
            <a:extLst>
              <a:ext uri="{FF2B5EF4-FFF2-40B4-BE49-F238E27FC236}">
                <a16:creationId xmlns:a16="http://schemas.microsoft.com/office/drawing/2014/main" id="{4589277D-BC14-E7E0-5822-5575F563E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8039100" y="228600"/>
            <a:ext cx="4381500" cy="39243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FDB1BDE-C8F3-ACC0-740B-CBD812877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375285"/>
            <a:ext cx="4896678" cy="3624984"/>
          </a:xfrm>
        </p:spPr>
        <p:txBody>
          <a:bodyPr rtlCol="0" anchor="b">
            <a:normAutofit/>
          </a:bodyPr>
          <a:lstStyle>
            <a:lvl1pPr>
              <a:defRPr lang="es-ES" sz="4800">
                <a:solidFill>
                  <a:schemeClr val="bg1"/>
                </a:solidFill>
              </a:defRPr>
            </a:lvl1pPr>
          </a:lstStyle>
          <a:p>
            <a:pPr rtl="0"/>
            <a:endParaRPr lang="es-ES" dirty="0"/>
          </a:p>
        </p:txBody>
      </p:sp>
      <p:sp>
        <p:nvSpPr>
          <p:cNvPr id="11" name="Marcador de posición de imagen 10">
            <a:extLst>
              <a:ext uri="{FF2B5EF4-FFF2-40B4-BE49-F238E27FC236}">
                <a16:creationId xmlns:a16="http://schemas.microsoft.com/office/drawing/2014/main" id="{128597A3-47D0-F393-55D9-07FFD951F39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586 w 6096586"/>
              <a:gd name="connsiteY0" fmla="*/ 0 h 6858000"/>
              <a:gd name="connsiteX1" fmla="*/ 4054426 w 6096586"/>
              <a:gd name="connsiteY1" fmla="*/ 0 h 6858000"/>
              <a:gd name="connsiteX2" fmla="*/ 6096586 w 6096586"/>
              <a:gd name="connsiteY2" fmla="*/ 6858000 h 6858000"/>
              <a:gd name="connsiteX3" fmla="*/ 586 w 6096586"/>
              <a:gd name="connsiteY3" fmla="*/ 6858000 h 6858000"/>
              <a:gd name="connsiteX4" fmla="*/ 586 w 6096586"/>
              <a:gd name="connsiteY4" fmla="*/ 3669792 h 6858000"/>
              <a:gd name="connsiteX5" fmla="*/ 586 w 6096586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4053840" y="0"/>
                </a:lnTo>
                <a:lnTo>
                  <a:pt x="6096000" y="6858000"/>
                </a:lnTo>
                <a:lnTo>
                  <a:pt x="950976" y="6858000"/>
                </a:lnTo>
                <a:lnTo>
                  <a:pt x="0" y="3669792"/>
                </a:lnTo>
                <a:lnTo>
                  <a:pt x="0" y="0"/>
                </a:lnTo>
                <a:close/>
              </a:path>
            </a:pathLst>
          </a:custGeom>
        </p:spPr>
        <p:txBody>
          <a:bodyPr rtlCol="0">
            <a:normAutofit/>
          </a:bodyPr>
          <a:lstStyle>
            <a:lvl1pPr marL="0" indent="0" algn="l">
              <a:buNone/>
              <a:defRPr lang="es-ES" sz="20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en el icono para agregar una imagen</a:t>
            </a:r>
          </a:p>
        </p:txBody>
      </p:sp>
      <p:sp>
        <p:nvSpPr>
          <p:cNvPr id="9" name="Marcador de contenido 10">
            <a:extLst>
              <a:ext uri="{FF2B5EF4-FFF2-40B4-BE49-F238E27FC236}">
                <a16:creationId xmlns:a16="http://schemas.microsoft.com/office/drawing/2014/main" id="{4BF260CE-C6E3-AE7A-DB8E-A72A1CF5B54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096000" y="4172990"/>
            <a:ext cx="4896677" cy="2309726"/>
          </a:xfrm>
        </p:spPr>
        <p:txBody>
          <a:bodyPr rtlCol="0">
            <a:normAutofit/>
          </a:bodyPr>
          <a:lstStyle>
            <a:lvl1pPr marL="0" indent="0">
              <a:spcBef>
                <a:spcPts val="0"/>
              </a:spcBef>
              <a:spcAft>
                <a:spcPts val="1200"/>
              </a:spcAft>
              <a:buNone/>
              <a:defRPr lang="es-ES" sz="2000">
                <a:solidFill>
                  <a:schemeClr val="bg1"/>
                </a:solidFill>
              </a:defRPr>
            </a:lvl1pPr>
            <a:lvl2pPr marL="7429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s-ES" sz="1800">
                <a:solidFill>
                  <a:schemeClr val="bg1"/>
                </a:solidFill>
              </a:defRPr>
            </a:lvl2pPr>
            <a:lvl3pPr marL="12001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s-ES" sz="1600">
                <a:solidFill>
                  <a:schemeClr val="bg1"/>
                </a:solidFill>
              </a:defRPr>
            </a:lvl3pPr>
            <a:lvl4pPr marL="16573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s-ES" sz="1400">
                <a:solidFill>
                  <a:schemeClr val="bg1"/>
                </a:solidFill>
              </a:defRPr>
            </a:lvl4pPr>
            <a:lvl5pPr marL="21145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s-ES" sz="14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2789111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dos contenidos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>
            <a:extLst>
              <a:ext uri="{FF2B5EF4-FFF2-40B4-BE49-F238E27FC236}">
                <a16:creationId xmlns:a16="http://schemas.microsoft.com/office/drawing/2014/main" id="{D6E20435-B9A5-359D-133D-5D3EED409C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55" t="41988" r="53993" b="33420"/>
          <a:stretch/>
        </p:blipFill>
        <p:spPr>
          <a:xfrm rot="10800000">
            <a:off x="9198864" y="-5"/>
            <a:ext cx="2993136" cy="1517907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7B99CAE4-AA9B-52BA-7DE8-8245CE705D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5445" t="24819" r="46503"/>
          <a:stretch/>
        </p:blipFill>
        <p:spPr>
          <a:xfrm rot="16200000">
            <a:off x="961221" y="4525179"/>
            <a:ext cx="1371600" cy="3294042"/>
          </a:xfrm>
          <a:prstGeom prst="rect">
            <a:avLst/>
          </a:prstGeom>
        </p:spPr>
      </p:pic>
      <p:sp>
        <p:nvSpPr>
          <p:cNvPr id="10" name="Título 9">
            <a:extLst>
              <a:ext uri="{FF2B5EF4-FFF2-40B4-BE49-F238E27FC236}">
                <a16:creationId xmlns:a16="http://schemas.microsoft.com/office/drawing/2014/main" id="{28DFE681-710B-6FE5-B8E0-3BC9DB9F12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10363201" cy="1629601"/>
          </a:xfrm>
        </p:spPr>
        <p:txBody>
          <a:bodyPr rtlCol="0">
            <a:normAutofit/>
          </a:bodyPr>
          <a:lstStyle>
            <a:lvl1pPr>
              <a:defRPr lang="es-ES" sz="32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11" name="Marcador de contenido 10">
            <a:extLst>
              <a:ext uri="{FF2B5EF4-FFF2-40B4-BE49-F238E27FC236}">
                <a16:creationId xmlns:a16="http://schemas.microsoft.com/office/drawing/2014/main" id="{3FE383D3-6A16-1891-FF52-470B26B9404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4992709" cy="3747180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es-ES" sz="2000"/>
            </a:lvl1pPr>
            <a:lvl2pPr>
              <a:spcBef>
                <a:spcPts val="0"/>
              </a:spcBef>
              <a:spcAft>
                <a:spcPts val="1200"/>
              </a:spcAft>
              <a:defRPr lang="es-ES" sz="1800"/>
            </a:lvl2pPr>
            <a:lvl3pPr>
              <a:spcBef>
                <a:spcPts val="0"/>
              </a:spcBef>
              <a:spcAft>
                <a:spcPts val="1200"/>
              </a:spcAft>
              <a:defRPr lang="es-ES" sz="1600"/>
            </a:lvl3pPr>
            <a:lvl4pPr>
              <a:spcBef>
                <a:spcPts val="0"/>
              </a:spcBef>
              <a:spcAft>
                <a:spcPts val="1200"/>
              </a:spcAft>
              <a:defRPr lang="es-ES" sz="1400"/>
            </a:lvl4pPr>
            <a:lvl5pPr>
              <a:spcBef>
                <a:spcPts val="0"/>
              </a:spcBef>
              <a:spcAft>
                <a:spcPts val="1200"/>
              </a:spcAft>
              <a:defRPr lang="es-ES" sz="1400"/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2" name="Marcador de contenido 10">
            <a:extLst>
              <a:ext uri="{FF2B5EF4-FFF2-40B4-BE49-F238E27FC236}">
                <a16:creationId xmlns:a16="http://schemas.microsoft.com/office/drawing/2014/main" id="{74B5EB04-CA6E-7417-56DF-A55B21E94B7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284891" y="2022250"/>
            <a:ext cx="4992709" cy="3747180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es-ES" sz="2000"/>
            </a:lvl1pPr>
            <a:lvl2pPr>
              <a:spcBef>
                <a:spcPts val="0"/>
              </a:spcBef>
              <a:spcAft>
                <a:spcPts val="1200"/>
              </a:spcAft>
              <a:defRPr lang="es-ES" sz="1800"/>
            </a:lvl2pPr>
            <a:lvl3pPr>
              <a:spcBef>
                <a:spcPts val="0"/>
              </a:spcBef>
              <a:spcAft>
                <a:spcPts val="1200"/>
              </a:spcAft>
              <a:defRPr lang="es-ES" sz="1600"/>
            </a:lvl3pPr>
            <a:lvl4pPr>
              <a:spcBef>
                <a:spcPts val="0"/>
              </a:spcBef>
              <a:spcAft>
                <a:spcPts val="1200"/>
              </a:spcAft>
              <a:defRPr lang="es-ES" sz="1400"/>
            </a:lvl4pPr>
            <a:lvl5pPr>
              <a:spcBef>
                <a:spcPts val="0"/>
              </a:spcBef>
              <a:spcAft>
                <a:spcPts val="1200"/>
              </a:spcAft>
              <a:defRPr lang="es-ES" sz="1400"/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5" name="Marcador de número de diapositiva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s-ES" sz="1200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417792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dos contenido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>
            <a:extLst>
              <a:ext uri="{FF2B5EF4-FFF2-40B4-BE49-F238E27FC236}">
                <a16:creationId xmlns:a16="http://schemas.microsoft.com/office/drawing/2014/main" id="{A783FA55-EF1D-66CF-8FD5-29086D71E6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81" t="40714" r="61027" b="44471"/>
          <a:stretch/>
        </p:blipFill>
        <p:spPr>
          <a:xfrm rot="10800000" flipV="1">
            <a:off x="-26830" y="5950040"/>
            <a:ext cx="2513521" cy="914400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542CEFED-8DE0-0155-A5B6-A44051A6D0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8883" t="18052" r="46636"/>
          <a:stretch/>
        </p:blipFill>
        <p:spPr>
          <a:xfrm rot="16200000" flipH="1" flipV="1">
            <a:off x="9553763" y="-952310"/>
            <a:ext cx="1685928" cy="3590547"/>
          </a:xfrm>
          <a:prstGeom prst="rect">
            <a:avLst/>
          </a:prstGeom>
        </p:spPr>
      </p:pic>
      <p:sp>
        <p:nvSpPr>
          <p:cNvPr id="10" name="Título 9">
            <a:extLst>
              <a:ext uri="{FF2B5EF4-FFF2-40B4-BE49-F238E27FC236}">
                <a16:creationId xmlns:a16="http://schemas.microsoft.com/office/drawing/2014/main" id="{57FC493E-284F-ADBA-D92D-883CAB13AD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8" y="365125"/>
            <a:ext cx="10439401" cy="1617017"/>
          </a:xfrm>
        </p:spPr>
        <p:txBody>
          <a:bodyPr rtlCol="0">
            <a:normAutofit/>
          </a:bodyPr>
          <a:lstStyle>
            <a:lvl1pPr>
              <a:defRPr lang="es-ES" sz="32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11" name="Marcador de contenido 10">
            <a:extLst>
              <a:ext uri="{FF2B5EF4-FFF2-40B4-BE49-F238E27FC236}">
                <a16:creationId xmlns:a16="http://schemas.microsoft.com/office/drawing/2014/main" id="{4B8B2035-4AA9-D25E-9F15-3ED36F734D1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3310129" cy="3747180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es-ES" sz="2000" b="1"/>
            </a:lvl1pPr>
            <a:lvl2pPr>
              <a:spcBef>
                <a:spcPts val="0"/>
              </a:spcBef>
              <a:spcAft>
                <a:spcPts val="1200"/>
              </a:spcAft>
              <a:defRPr lang="es-ES" sz="1800" b="1"/>
            </a:lvl2pPr>
            <a:lvl3pPr>
              <a:spcBef>
                <a:spcPts val="0"/>
              </a:spcBef>
              <a:spcAft>
                <a:spcPts val="1200"/>
              </a:spcAft>
              <a:defRPr lang="es-ES" sz="1600" b="1"/>
            </a:lvl3pPr>
            <a:lvl4pPr>
              <a:spcBef>
                <a:spcPts val="0"/>
              </a:spcBef>
              <a:spcAft>
                <a:spcPts val="1200"/>
              </a:spcAft>
              <a:defRPr lang="es-ES" sz="1400" b="1"/>
            </a:lvl4pPr>
            <a:lvl5pPr>
              <a:spcBef>
                <a:spcPts val="0"/>
              </a:spcBef>
              <a:spcAft>
                <a:spcPts val="1200"/>
              </a:spcAft>
              <a:defRPr lang="es-ES" sz="1400" b="1"/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2" name="Marcador de contenido 10">
            <a:extLst>
              <a:ext uri="{FF2B5EF4-FFF2-40B4-BE49-F238E27FC236}">
                <a16:creationId xmlns:a16="http://schemas.microsoft.com/office/drawing/2014/main" id="{6A694422-6B3E-3D80-AC41-FD1CED52ACA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602310" y="2018120"/>
            <a:ext cx="6751489" cy="3747180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es-ES" sz="2000"/>
            </a:lvl1pPr>
            <a:lvl2pPr>
              <a:spcBef>
                <a:spcPts val="0"/>
              </a:spcBef>
              <a:spcAft>
                <a:spcPts val="1200"/>
              </a:spcAft>
              <a:defRPr lang="es-ES" sz="1800"/>
            </a:lvl2pPr>
            <a:lvl3pPr>
              <a:spcBef>
                <a:spcPts val="0"/>
              </a:spcBef>
              <a:spcAft>
                <a:spcPts val="1200"/>
              </a:spcAft>
              <a:defRPr lang="es-ES" sz="1600"/>
            </a:lvl3pPr>
            <a:lvl4pPr>
              <a:spcBef>
                <a:spcPts val="0"/>
              </a:spcBef>
              <a:spcAft>
                <a:spcPts val="1200"/>
              </a:spcAft>
              <a:defRPr lang="es-ES" sz="1400"/>
            </a:lvl4pPr>
            <a:lvl5pPr>
              <a:spcBef>
                <a:spcPts val="0"/>
              </a:spcBef>
              <a:spcAft>
                <a:spcPts val="1200"/>
              </a:spcAft>
              <a:defRPr lang="es-ES" sz="1400"/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5" name="Marcador de número de diapositiva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s-ES" sz="1200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82813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, contenido e imagen a la derech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>
            <a:extLst>
              <a:ext uri="{FF2B5EF4-FFF2-40B4-BE49-F238E27FC236}">
                <a16:creationId xmlns:a16="http://schemas.microsoft.com/office/drawing/2014/main" id="{48DBD2A1-633E-7A22-751B-5CEFCA93F2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7703" t="485" b="67543"/>
          <a:stretch/>
        </p:blipFill>
        <p:spPr>
          <a:xfrm rot="5400000">
            <a:off x="-115162" y="115164"/>
            <a:ext cx="1895058" cy="1664735"/>
          </a:xfrm>
          <a:prstGeom prst="rect">
            <a:avLst/>
          </a:prstGeom>
        </p:spPr>
      </p:pic>
      <p:sp>
        <p:nvSpPr>
          <p:cNvPr id="9" name="Título 8">
            <a:extLst>
              <a:ext uri="{FF2B5EF4-FFF2-40B4-BE49-F238E27FC236}">
                <a16:creationId xmlns:a16="http://schemas.microsoft.com/office/drawing/2014/main" id="{3E7BF4D0-D641-9859-157D-B9094EF3DA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6385" y="446313"/>
            <a:ext cx="5179615" cy="1448747"/>
          </a:xfrm>
        </p:spPr>
        <p:txBody>
          <a:bodyPr rtlCol="0">
            <a:normAutofit/>
          </a:bodyPr>
          <a:lstStyle>
            <a:lvl1pPr>
              <a:defRPr lang="es-ES" sz="32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10" name="Marcador de contenido 10">
            <a:extLst>
              <a:ext uri="{FF2B5EF4-FFF2-40B4-BE49-F238E27FC236}">
                <a16:creationId xmlns:a16="http://schemas.microsoft.com/office/drawing/2014/main" id="{115AE488-757F-4C5A-7733-85C1D1EA98D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5181600" cy="3747180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es-ES" sz="2000" b="0"/>
            </a:lvl1pPr>
            <a:lvl2pPr>
              <a:spcBef>
                <a:spcPts val="0"/>
              </a:spcBef>
              <a:spcAft>
                <a:spcPts val="1200"/>
              </a:spcAft>
              <a:defRPr lang="es-ES" sz="1800" b="0"/>
            </a:lvl2pPr>
            <a:lvl3pPr>
              <a:spcBef>
                <a:spcPts val="0"/>
              </a:spcBef>
              <a:spcAft>
                <a:spcPts val="1200"/>
              </a:spcAft>
              <a:defRPr lang="es-ES" sz="1600" b="0"/>
            </a:lvl3pPr>
            <a:lvl4pPr>
              <a:spcBef>
                <a:spcPts val="0"/>
              </a:spcBef>
              <a:spcAft>
                <a:spcPts val="1200"/>
              </a:spcAft>
              <a:defRPr lang="es-ES" sz="1400" b="0"/>
            </a:lvl4pPr>
            <a:lvl5pPr>
              <a:spcBef>
                <a:spcPts val="0"/>
              </a:spcBef>
              <a:spcAft>
                <a:spcPts val="1200"/>
              </a:spcAft>
              <a:defRPr lang="es-ES" sz="1400" b="0"/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5" name="Marcador de número de diapositiva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s-ES" sz="1200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es-ES" smtClean="0"/>
              <a:pPr rtl="0"/>
              <a:t>‹Nº›</a:t>
            </a:fld>
            <a:endParaRPr lang="es-ES" dirty="0"/>
          </a:p>
        </p:txBody>
      </p:sp>
      <p:sp>
        <p:nvSpPr>
          <p:cNvPr id="12" name="Marcador de posición de imagen 11">
            <a:extLst>
              <a:ext uri="{FF2B5EF4-FFF2-40B4-BE49-F238E27FC236}">
                <a16:creationId xmlns:a16="http://schemas.microsoft.com/office/drawing/2014/main" id="{39DD264F-42B5-DBB0-9839-DB4C6827ED7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76950" y="0"/>
            <a:ext cx="6115050" cy="6868886"/>
          </a:xfrm>
          <a:custGeom>
            <a:avLst/>
            <a:gdLst>
              <a:gd name="connsiteX0" fmla="*/ 0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6858000 h 6858000"/>
              <a:gd name="connsiteX3" fmla="*/ 0 w 6115050"/>
              <a:gd name="connsiteY3" fmla="*/ 6858000 h 6858000"/>
              <a:gd name="connsiteX4" fmla="*/ 0 w 6115050"/>
              <a:gd name="connsiteY4" fmla="*/ 0 h 6858000"/>
              <a:gd name="connsiteX0" fmla="*/ 2024742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6858000 h 6858000"/>
              <a:gd name="connsiteX3" fmla="*/ 0 w 6115050"/>
              <a:gd name="connsiteY3" fmla="*/ 6858000 h 6858000"/>
              <a:gd name="connsiteX4" fmla="*/ 2024742 w 6115050"/>
              <a:gd name="connsiteY4" fmla="*/ 0 h 6858000"/>
              <a:gd name="connsiteX0" fmla="*/ 2024742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3603171 h 6858000"/>
              <a:gd name="connsiteX3" fmla="*/ 6115050 w 6115050"/>
              <a:gd name="connsiteY3" fmla="*/ 6858000 h 6858000"/>
              <a:gd name="connsiteX4" fmla="*/ 0 w 6115050"/>
              <a:gd name="connsiteY4" fmla="*/ 6858000 h 6858000"/>
              <a:gd name="connsiteX5" fmla="*/ 2024742 w 6115050"/>
              <a:gd name="connsiteY5" fmla="*/ 0 h 6858000"/>
              <a:gd name="connsiteX0" fmla="*/ 2024742 w 6115050"/>
              <a:gd name="connsiteY0" fmla="*/ 0 h 6868886"/>
              <a:gd name="connsiteX1" fmla="*/ 6115050 w 6115050"/>
              <a:gd name="connsiteY1" fmla="*/ 0 h 6868886"/>
              <a:gd name="connsiteX2" fmla="*/ 6115050 w 6115050"/>
              <a:gd name="connsiteY2" fmla="*/ 3603171 h 6868886"/>
              <a:gd name="connsiteX3" fmla="*/ 5157107 w 6115050"/>
              <a:gd name="connsiteY3" fmla="*/ 6868886 h 6868886"/>
              <a:gd name="connsiteX4" fmla="*/ 0 w 6115050"/>
              <a:gd name="connsiteY4" fmla="*/ 6858000 h 6868886"/>
              <a:gd name="connsiteX5" fmla="*/ 2024742 w 6115050"/>
              <a:gd name="connsiteY5" fmla="*/ 0 h 6868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15050" h="6868886">
                <a:moveTo>
                  <a:pt x="2024742" y="0"/>
                </a:moveTo>
                <a:lnTo>
                  <a:pt x="6115050" y="0"/>
                </a:lnTo>
                <a:lnTo>
                  <a:pt x="6115050" y="3603171"/>
                </a:lnTo>
                <a:lnTo>
                  <a:pt x="5157107" y="6868886"/>
                </a:lnTo>
                <a:lnTo>
                  <a:pt x="0" y="6858000"/>
                </a:lnTo>
                <a:lnTo>
                  <a:pt x="2024742" y="0"/>
                </a:lnTo>
                <a:close/>
              </a:path>
            </a:pathLst>
          </a:custGeom>
        </p:spPr>
        <p:txBody>
          <a:bodyPr rtlCol="0">
            <a:normAutofit/>
          </a:bodyPr>
          <a:lstStyle>
            <a:lvl1pPr marL="0" indent="0" algn="r">
              <a:buNone/>
              <a:defRPr lang="es-ES" sz="2000"/>
            </a:lvl1pPr>
          </a:lstStyle>
          <a:p>
            <a:pPr rtl="0"/>
            <a:r>
              <a:rPr lang="es-ES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3467008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y tabla del títul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áfico 1">
            <a:extLst>
              <a:ext uri="{FF2B5EF4-FFF2-40B4-BE49-F238E27FC236}">
                <a16:creationId xmlns:a16="http://schemas.microsoft.com/office/drawing/2014/main" id="{BE5D17C7-3503-7305-8191-20863B7388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55824" b="26760"/>
          <a:stretch/>
        </p:blipFill>
        <p:spPr>
          <a:xfrm>
            <a:off x="9229725" y="1835240"/>
            <a:ext cx="2962275" cy="5022760"/>
          </a:xfrm>
          <a:prstGeom prst="rect">
            <a:avLst/>
          </a:prstGeom>
        </p:spPr>
      </p:pic>
      <p:sp>
        <p:nvSpPr>
          <p:cNvPr id="14" name="Rectángulo 13">
            <a:extLst>
              <a:ext uri="{FF2B5EF4-FFF2-40B4-BE49-F238E27FC236}">
                <a16:creationId xmlns:a16="http://schemas.microsoft.com/office/drawing/2014/main" id="{C76E1AE6-3E01-1CBD-CAEC-11056D00AD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43413" y="1835240"/>
            <a:ext cx="7000875" cy="42798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90E28F03-2149-7C50-779B-6A2D8D789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60903" r="75060" b="10347"/>
          <a:stretch/>
        </p:blipFill>
        <p:spPr>
          <a:xfrm rot="16200000">
            <a:off x="149650" y="-149653"/>
            <a:ext cx="1672375" cy="1971675"/>
          </a:xfrm>
          <a:prstGeom prst="rect">
            <a:avLst/>
          </a:prstGeom>
        </p:spPr>
      </p:pic>
      <p:sp>
        <p:nvSpPr>
          <p:cNvPr id="10" name="Título 9">
            <a:extLst>
              <a:ext uri="{FF2B5EF4-FFF2-40B4-BE49-F238E27FC236}">
                <a16:creationId xmlns:a16="http://schemas.microsoft.com/office/drawing/2014/main" id="{CA4CAE4E-4252-8471-C50B-1DD5AFBFEC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10363202" cy="1603462"/>
          </a:xfrm>
        </p:spPr>
        <p:txBody>
          <a:bodyPr rtlCol="0">
            <a:normAutofit/>
          </a:bodyPr>
          <a:lstStyle>
            <a:lvl1pPr>
              <a:defRPr lang="es-ES" sz="32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11" name="Marcador de contenido 10">
            <a:extLst>
              <a:ext uri="{FF2B5EF4-FFF2-40B4-BE49-F238E27FC236}">
                <a16:creationId xmlns:a16="http://schemas.microsoft.com/office/drawing/2014/main" id="{E493CE42-5465-91AC-A1F4-A4821AE37A9C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3299013" cy="3914910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es-ES" sz="2000" b="0"/>
            </a:lvl1pPr>
            <a:lvl2pPr>
              <a:spcBef>
                <a:spcPts val="0"/>
              </a:spcBef>
              <a:spcAft>
                <a:spcPts val="1200"/>
              </a:spcAft>
              <a:defRPr lang="es-ES" sz="1800" b="0"/>
            </a:lvl2pPr>
            <a:lvl3pPr>
              <a:spcBef>
                <a:spcPts val="0"/>
              </a:spcBef>
              <a:spcAft>
                <a:spcPts val="1200"/>
              </a:spcAft>
              <a:defRPr lang="es-ES" sz="1600" b="0"/>
            </a:lvl3pPr>
            <a:lvl4pPr>
              <a:spcBef>
                <a:spcPts val="0"/>
              </a:spcBef>
              <a:spcAft>
                <a:spcPts val="1200"/>
              </a:spcAft>
              <a:defRPr lang="es-ES" sz="1400" b="0"/>
            </a:lvl4pPr>
            <a:lvl5pPr>
              <a:spcBef>
                <a:spcPts val="0"/>
              </a:spcBef>
              <a:spcAft>
                <a:spcPts val="1200"/>
              </a:spcAft>
              <a:defRPr lang="es-ES" sz="1400" b="0"/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3" name="Marcador de posición de título 12">
            <a:extLst>
              <a:ext uri="{FF2B5EF4-FFF2-40B4-BE49-F238E27FC236}">
                <a16:creationId xmlns:a16="http://schemas.microsoft.com/office/drawing/2014/main" id="{156A00B1-F3E3-B7FF-58F4-61DE3EF07C07}"/>
              </a:ext>
            </a:extLst>
          </p:cNvPr>
          <p:cNvSpPr>
            <a:spLocks noGrp="1"/>
          </p:cNvSpPr>
          <p:nvPr>
            <p:ph type="tbl" sz="quarter" idx="11" hasCustomPrompt="1"/>
          </p:nvPr>
        </p:nvSpPr>
        <p:spPr>
          <a:xfrm>
            <a:off x="4602163" y="2017713"/>
            <a:ext cx="6675437" cy="3932237"/>
          </a:xfrm>
        </p:spPr>
        <p:txBody>
          <a:bodyPr rtlCol="0">
            <a:normAutofit/>
          </a:bodyPr>
          <a:lstStyle>
            <a:lvl1pPr>
              <a:defRPr lang="es-ES" sz="2000"/>
            </a:lvl1pPr>
          </a:lstStyle>
          <a:p>
            <a:pPr rtl="0"/>
            <a:r>
              <a:rPr lang="es-ES"/>
              <a:t>Haga clic en el icono para insertar una tabla</a:t>
            </a:r>
          </a:p>
        </p:txBody>
      </p:sp>
      <p:sp>
        <p:nvSpPr>
          <p:cNvPr id="5" name="Marcador de número de diapositiva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s-ES" sz="1200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056214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dos contenidos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>
            <a:extLst>
              <a:ext uri="{FF2B5EF4-FFF2-40B4-BE49-F238E27FC236}">
                <a16:creationId xmlns:a16="http://schemas.microsoft.com/office/drawing/2014/main" id="{13A42171-0D82-07BF-4667-498861CC2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883" t="34408" r="46636" b="1"/>
          <a:stretch/>
        </p:blipFill>
        <p:spPr>
          <a:xfrm flipH="1" flipV="1">
            <a:off x="10506072" y="3984078"/>
            <a:ext cx="1685928" cy="2873921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13C71A0D-EE6D-54C4-71DE-04BE28558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9718" t="47145" r="39389" b="8754"/>
          <a:stretch/>
        </p:blipFill>
        <p:spPr>
          <a:xfrm rot="5400000" flipV="1">
            <a:off x="9781526" y="-311511"/>
            <a:ext cx="2098964" cy="2721985"/>
          </a:xfrm>
          <a:prstGeom prst="rect">
            <a:avLst/>
          </a:prstGeom>
        </p:spPr>
      </p:pic>
      <p:sp>
        <p:nvSpPr>
          <p:cNvPr id="10" name="Título 9">
            <a:extLst>
              <a:ext uri="{FF2B5EF4-FFF2-40B4-BE49-F238E27FC236}">
                <a16:creationId xmlns:a16="http://schemas.microsoft.com/office/drawing/2014/main" id="{3F82FA92-501B-5A05-E15F-2FB9BCEBE3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1990" y="434225"/>
            <a:ext cx="9524998" cy="1499627"/>
          </a:xfrm>
        </p:spPr>
        <p:txBody>
          <a:bodyPr rtlCol="0">
            <a:normAutofit/>
          </a:bodyPr>
          <a:lstStyle>
            <a:lvl1pPr>
              <a:defRPr lang="es-ES" sz="32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11" name="Marcador de contenido 10">
            <a:extLst>
              <a:ext uri="{FF2B5EF4-FFF2-40B4-BE49-F238E27FC236}">
                <a16:creationId xmlns:a16="http://schemas.microsoft.com/office/drawing/2014/main" id="{B463EEE0-BE31-122C-586C-8BA8D90371E6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6257366" cy="3914910"/>
          </a:xfrm>
        </p:spPr>
        <p:txBody>
          <a:bodyPr rtlCol="0">
            <a:normAutofit/>
          </a:bodyPr>
          <a:lstStyle>
            <a:lvl1pPr marL="0" indent="0">
              <a:spcBef>
                <a:spcPts val="0"/>
              </a:spcBef>
              <a:spcAft>
                <a:spcPts val="1200"/>
              </a:spcAft>
              <a:buNone/>
              <a:defRPr lang="es-ES" sz="2000" b="0"/>
            </a:lvl1pPr>
            <a:lvl2pPr marL="228600">
              <a:spcBef>
                <a:spcPts val="0"/>
              </a:spcBef>
              <a:spcAft>
                <a:spcPts val="1200"/>
              </a:spcAft>
              <a:defRPr lang="es-ES" sz="2000" b="0"/>
            </a:lvl2pPr>
            <a:lvl3pPr marL="685800">
              <a:spcBef>
                <a:spcPts val="0"/>
              </a:spcBef>
              <a:spcAft>
                <a:spcPts val="1200"/>
              </a:spcAft>
              <a:defRPr lang="es-ES" sz="1800" b="0"/>
            </a:lvl3pPr>
            <a:lvl4pPr marL="914400">
              <a:spcBef>
                <a:spcPts val="0"/>
              </a:spcBef>
              <a:spcAft>
                <a:spcPts val="1200"/>
              </a:spcAft>
              <a:defRPr lang="es-ES" sz="1600" b="0"/>
            </a:lvl4pPr>
            <a:lvl5pPr marL="1143000">
              <a:spcBef>
                <a:spcPts val="0"/>
              </a:spcBef>
              <a:spcAft>
                <a:spcPts val="1200"/>
              </a:spcAft>
              <a:defRPr lang="es-ES" sz="1600" b="0"/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2" name="Marcador de contenido 10">
            <a:extLst>
              <a:ext uri="{FF2B5EF4-FFF2-40B4-BE49-F238E27FC236}">
                <a16:creationId xmlns:a16="http://schemas.microsoft.com/office/drawing/2014/main" id="{52C157D5-2C68-BA6A-033B-A4CC016CA68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967475" y="2018119"/>
            <a:ext cx="2449514" cy="3931919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es-ES" sz="2000" b="1"/>
            </a:lvl1pPr>
            <a:lvl2pPr marL="411480">
              <a:spcBef>
                <a:spcPts val="0"/>
              </a:spcBef>
              <a:spcAft>
                <a:spcPts val="1200"/>
              </a:spcAft>
              <a:defRPr lang="es-ES" sz="1800" b="1"/>
            </a:lvl2pPr>
            <a:lvl3pPr marL="502920">
              <a:spcBef>
                <a:spcPts val="0"/>
              </a:spcBef>
              <a:spcAft>
                <a:spcPts val="1200"/>
              </a:spcAft>
              <a:defRPr lang="es-ES" sz="1600" b="1"/>
            </a:lvl3pPr>
            <a:lvl4pPr marL="594360">
              <a:spcBef>
                <a:spcPts val="0"/>
              </a:spcBef>
              <a:spcAft>
                <a:spcPts val="1200"/>
              </a:spcAft>
              <a:defRPr lang="es-ES" sz="1400" b="1"/>
            </a:lvl4pPr>
            <a:lvl5pPr marL="685800">
              <a:spcBef>
                <a:spcPts val="0"/>
              </a:spcBef>
              <a:spcAft>
                <a:spcPts val="1200"/>
              </a:spcAft>
              <a:defRPr lang="es-ES" sz="1400" b="1"/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5" name="Marcador de número de diapositiva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s-ES" sz="1200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1198423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s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5CC9A46-E0E7-B31D-3E27-6F4303A45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883" t="18052" r="46636"/>
          <a:stretch/>
        </p:blipFill>
        <p:spPr>
          <a:xfrm rot="16200000" flipH="1" flipV="1">
            <a:off x="9553763" y="-952310"/>
            <a:ext cx="1685928" cy="3590547"/>
          </a:xfrm>
          <a:prstGeom prst="rect">
            <a:avLst/>
          </a:prstGeom>
        </p:spPr>
      </p:pic>
      <p:sp>
        <p:nvSpPr>
          <p:cNvPr id="7" name="Título 6">
            <a:extLst>
              <a:ext uri="{FF2B5EF4-FFF2-40B4-BE49-F238E27FC236}">
                <a16:creationId xmlns:a16="http://schemas.microsoft.com/office/drawing/2014/main" id="{767669DC-4C7F-9B50-FCC0-F2AF5B2A95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3545" y="584477"/>
            <a:ext cx="10354052" cy="1209765"/>
          </a:xfrm>
        </p:spPr>
        <p:txBody>
          <a:bodyPr rtlCol="0">
            <a:normAutofit/>
          </a:bodyPr>
          <a:lstStyle>
            <a:lvl1pPr>
              <a:defRPr lang="es-ES" sz="32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9" name="Marcador de posición de tabla 8">
            <a:extLst>
              <a:ext uri="{FF2B5EF4-FFF2-40B4-BE49-F238E27FC236}">
                <a16:creationId xmlns:a16="http://schemas.microsoft.com/office/drawing/2014/main" id="{BEF581C2-7562-2E21-E6DD-20AEFC43AABC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923545" y="2009775"/>
            <a:ext cx="10354052" cy="3931920"/>
          </a:xfrm>
        </p:spPr>
        <p:txBody>
          <a:bodyPr rtlCol="0">
            <a:normAutofit/>
          </a:bodyPr>
          <a:lstStyle>
            <a:lvl1pPr>
              <a:defRPr lang="es-ES" sz="2400"/>
            </a:lvl1pPr>
          </a:lstStyle>
          <a:p>
            <a:pPr rtl="0"/>
            <a:r>
              <a:rPr lang="es-ES"/>
              <a:t>Haga clic en el icono para agregar una tabla</a:t>
            </a:r>
          </a:p>
        </p:txBody>
      </p:sp>
      <p:sp>
        <p:nvSpPr>
          <p:cNvPr id="5" name="Marcador de número de diapositiva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s-ES" sz="1200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63842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err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E3A3E8B6-2BD8-19E0-7F51-7A25EF836F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1515" y="374090"/>
            <a:ext cx="5057104" cy="3624984"/>
          </a:xfrm>
        </p:spPr>
        <p:txBody>
          <a:bodyPr rtlCol="0" anchor="b">
            <a:normAutofit/>
          </a:bodyPr>
          <a:lstStyle>
            <a:lvl1pPr>
              <a:defRPr lang="es-ES" sz="48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B1F96043-F6A4-F581-7DB8-96138F0E401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1514" y="4172989"/>
            <a:ext cx="5057103" cy="2519363"/>
          </a:xfrm>
        </p:spPr>
        <p:txBody>
          <a:bodyPr rtlCol="0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lang="es-ES" sz="2000" baseline="0">
                <a:solidFill>
                  <a:schemeClr val="bg1"/>
                </a:solidFill>
              </a:defRPr>
            </a:lvl1pPr>
            <a:lvl2pPr marL="7429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es-ES" sz="1800" baseline="0">
                <a:solidFill>
                  <a:schemeClr val="bg1"/>
                </a:solidFill>
              </a:defRPr>
            </a:lvl2pPr>
            <a:lvl3pPr marL="12001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es-ES" sz="1600" baseline="0">
                <a:solidFill>
                  <a:schemeClr val="bg1"/>
                </a:solidFill>
              </a:defRPr>
            </a:lvl3pPr>
            <a:lvl4pPr marL="16573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es-ES" sz="1400" baseline="0">
                <a:solidFill>
                  <a:schemeClr val="bg1"/>
                </a:solidFill>
              </a:defRPr>
            </a:lvl4pPr>
            <a:lvl5pPr marL="2000250" indent="-1714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es-ES" sz="120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C805DE67-EFB0-F6F3-6C08-2FE90284C3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151" r="18577"/>
          <a:stretch/>
        </p:blipFill>
        <p:spPr>
          <a:xfrm flipH="1">
            <a:off x="0" y="0"/>
            <a:ext cx="51816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347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s-ES"/>
            </a:def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s-ES"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s-ES"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es-ES"/>
              <a:t>Presentación de lanzamiento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s-ES"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06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s-ES"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s-ES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9.png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jpeg"/><Relationship Id="rId3" Type="http://schemas.openxmlformats.org/officeDocument/2006/relationships/image" Target="../media/image27.jpeg"/><Relationship Id="rId7" Type="http://schemas.openxmlformats.org/officeDocument/2006/relationships/image" Target="../media/image30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microsoft.com/office/2007/relationships/hdphoto" Target="../media/hdphoto1.wdp"/><Relationship Id="rId5" Type="http://schemas.openxmlformats.org/officeDocument/2006/relationships/image" Target="../media/image28.png"/><Relationship Id="rId10" Type="http://schemas.openxmlformats.org/officeDocument/2006/relationships/image" Target="../media/image33.jpeg"/><Relationship Id="rId4" Type="http://schemas.openxmlformats.org/officeDocument/2006/relationships/image" Target="../media/image29.png"/><Relationship Id="rId9" Type="http://schemas.openxmlformats.org/officeDocument/2006/relationships/image" Target="../media/image3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7" Type="http://schemas.openxmlformats.org/officeDocument/2006/relationships/image" Target="../media/image3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microsoft.com/office/2007/relationships/hdphoto" Target="../media/hdphoto1.wdp"/><Relationship Id="rId5" Type="http://schemas.openxmlformats.org/officeDocument/2006/relationships/image" Target="../media/image28.png"/><Relationship Id="rId4" Type="http://schemas.openxmlformats.org/officeDocument/2006/relationships/image" Target="../media/image2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9.png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9.png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9.png"/><Relationship Id="rId4" Type="http://schemas.microsoft.com/office/2007/relationships/hdphoto" Target="../media/hdphoto1.wd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9.png"/><Relationship Id="rId4" Type="http://schemas.microsoft.com/office/2007/relationships/hdphoto" Target="../media/hdphoto1.wdp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7" Type="http://schemas.openxmlformats.org/officeDocument/2006/relationships/image" Target="../media/image3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6" Type="http://schemas.microsoft.com/office/2007/relationships/hdphoto" Target="../media/hdphoto1.wdp"/><Relationship Id="rId5" Type="http://schemas.openxmlformats.org/officeDocument/2006/relationships/image" Target="../media/image28.png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440D96-BFFB-05BD-30ED-0352500CD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2773681"/>
            <a:ext cx="5674360" cy="3200400"/>
          </a:xfrm>
        </p:spPr>
        <p:txBody>
          <a:bodyPr rtlCol="0"/>
          <a:lstStyle>
            <a:defPPr>
              <a:defRPr lang="es-ES"/>
            </a:defPPr>
          </a:lstStyle>
          <a:p>
            <a:r>
              <a:rPr lang="es-ES" dirty="0"/>
              <a:t>Presentación de página web</a:t>
            </a:r>
          </a:p>
        </p:txBody>
      </p:sp>
    </p:spTree>
    <p:extLst>
      <p:ext uri="{BB962C8B-B14F-4D97-AF65-F5344CB8AC3E}">
        <p14:creationId xmlns:p14="http://schemas.microsoft.com/office/powerpoint/2010/main" val="2945390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3474D05E-8A36-8D9F-519E-DB514A69D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74820"/>
            <a:ext cx="5181600" cy="1197335"/>
          </a:xfrm>
        </p:spPr>
        <p:txBody>
          <a:bodyPr rtlCol="0"/>
          <a:lstStyle>
            <a:defPPr>
              <a:defRPr lang="es-ES"/>
            </a:defPPr>
          </a:lstStyle>
          <a:p>
            <a:r>
              <a:rPr lang="es-ES" dirty="0"/>
              <a:t>App: Granja del campo: las potrancas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20C1E08-E337-110E-DB8E-41BA4A3341A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95195" y="2489896"/>
            <a:ext cx="5400805" cy="3483867"/>
          </a:xfrm>
        </p:spPr>
        <p:txBody>
          <a:bodyPr vert="horz" lIns="91440" tIns="45720" rIns="91440" bIns="45720" rtlCol="0" anchor="t">
            <a:normAutofit/>
          </a:bodyPr>
          <a:lstStyle>
            <a:defPPr>
              <a:defRPr lang="es-ES"/>
            </a:defPPr>
          </a:lstStyle>
          <a:p>
            <a:r>
              <a:rPr lang="es-ES" dirty="0"/>
              <a:t>Esta página se crea con el fin de promocionar una granja que vende tanto animales de granja como los productos derivados de los mismos.</a:t>
            </a:r>
          </a:p>
          <a:p>
            <a:r>
              <a:rPr lang="es-ES" dirty="0"/>
              <a:t>Su funcionalidad será exclusivo para la venta de los productos de la granja: "Las potrancas". </a:t>
            </a:r>
          </a:p>
          <a:p>
            <a:r>
              <a:rPr lang="es-ES" dirty="0"/>
              <a:t>Tendrá un modo fácil de usarse para que el comprador tenga esa accesibilidad a nuestros productos sin complicaciones.</a:t>
            </a:r>
            <a:endParaRPr lang="es-ES"/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00255621-1D81-03E6-507B-CB20E07035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fld id="{B5CEABB6-07DC-46E8-9B57-56EC44A396E5}" type="slidenum">
              <a:rPr lang="es-ES" smtClean="0"/>
              <a:pPr/>
              <a:t>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420594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95881ED-D0A1-80A1-9F53-3713949CAB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rtl="0"/>
            <a:fld id="{B5CEABB6-07DC-46E8-9B57-56EC44A396E5}" type="slidenum">
              <a:rPr lang="es-ES" smtClean="0"/>
              <a:pPr rtl="0"/>
              <a:t>3</a:t>
            </a:fld>
            <a:endParaRPr lang="es-ES" dirty="0"/>
          </a:p>
        </p:txBody>
      </p:sp>
      <p:pic>
        <p:nvPicPr>
          <p:cNvPr id="5" name="Imagen 4" descr="Vaca En Un Campo">
            <a:extLst>
              <a:ext uri="{FF2B5EF4-FFF2-40B4-BE49-F238E27FC236}">
                <a16:creationId xmlns:a16="http://schemas.microsoft.com/office/drawing/2014/main" id="{DC9F21E7-6F19-BC7A-0288-A42AA0657B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2" y="-4828"/>
            <a:ext cx="12323938" cy="6854656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6815A4FA-3A44-E035-A877-0404E817639B}"/>
              </a:ext>
            </a:extLst>
          </p:cNvPr>
          <p:cNvSpPr txBox="1"/>
          <p:nvPr/>
        </p:nvSpPr>
        <p:spPr>
          <a:xfrm>
            <a:off x="3941847" y="906497"/>
            <a:ext cx="662482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 sz="7200" i="1" dirty="0">
                <a:latin typeface="Book Antiqua"/>
              </a:rPr>
              <a:t>Bienvenidos</a:t>
            </a:r>
          </a:p>
        </p:txBody>
      </p:sp>
    </p:spTree>
    <p:extLst>
      <p:ext uri="{BB962C8B-B14F-4D97-AF65-F5344CB8AC3E}">
        <p14:creationId xmlns:p14="http://schemas.microsoft.com/office/powerpoint/2010/main" val="32430430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 descr="Fondo de caballo dibujado a mano | Foto Premium">
            <a:extLst>
              <a:ext uri="{FF2B5EF4-FFF2-40B4-BE49-F238E27FC236}">
                <a16:creationId xmlns:a16="http://schemas.microsoft.com/office/drawing/2014/main" id="{F42A8FDD-260B-7421-4A57-8D638FEF1AD0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4141" y="5167"/>
            <a:ext cx="12194346" cy="6852913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A924336-60A5-0A3B-E5ED-5302E29455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rtl="0"/>
            <a:fld id="{B5CEABB6-07DC-46E8-9B57-56EC44A396E5}" type="slidenum">
              <a:rPr lang="es-ES" smtClean="0"/>
              <a:pPr rtl="0"/>
              <a:t>4</a:t>
            </a:fld>
            <a:endParaRPr lang="es-ES" dirty="0"/>
          </a:p>
        </p:txBody>
      </p:sp>
      <p:sp>
        <p:nvSpPr>
          <p:cNvPr id="6" name="Diagrama de flujo: terminador 5">
            <a:extLst>
              <a:ext uri="{FF2B5EF4-FFF2-40B4-BE49-F238E27FC236}">
                <a16:creationId xmlns:a16="http://schemas.microsoft.com/office/drawing/2014/main" id="{52250B84-2C8C-A137-5604-B9E1DBC93153}"/>
              </a:ext>
            </a:extLst>
          </p:cNvPr>
          <p:cNvSpPr/>
          <p:nvPr/>
        </p:nvSpPr>
        <p:spPr>
          <a:xfrm>
            <a:off x="6079782" y="163129"/>
            <a:ext cx="4325606" cy="602039"/>
          </a:xfrm>
          <a:prstGeom prst="flowChartTermina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7" name="Imagen 6" descr="Baixar lupa, pesquisa, ícone de zoom em fundo branco gratuitamente ...">
            <a:extLst>
              <a:ext uri="{FF2B5EF4-FFF2-40B4-BE49-F238E27FC236}">
                <a16:creationId xmlns:a16="http://schemas.microsoft.com/office/drawing/2014/main" id="{75A45B1D-9813-F0D8-ACDC-7D1F1AF7F70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92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104000"/>
                    </a14:imgEffect>
                  </a14:imgLayer>
                </a14:imgProps>
              </a:ext>
            </a:extLst>
          </a:blip>
          <a:srcRect l="27742" t="23463" r="25806" b="30367"/>
          <a:stretch>
            <a:fillRect/>
          </a:stretch>
        </p:blipFill>
        <p:spPr>
          <a:xfrm>
            <a:off x="9768996" y="257640"/>
            <a:ext cx="403463" cy="396528"/>
          </a:xfrm>
          <a:prstGeom prst="rect">
            <a:avLst/>
          </a:prstGeom>
        </p:spPr>
      </p:pic>
      <p:pic>
        <p:nvPicPr>
          <p:cNvPr id="3" name="Imagen 2" descr="Imagen que contiene Texto">
            <a:extLst>
              <a:ext uri="{FF2B5EF4-FFF2-40B4-BE49-F238E27FC236}">
                <a16:creationId xmlns:a16="http://schemas.microsoft.com/office/drawing/2014/main" id="{7AAE5071-02A8-E17A-2BFA-C01DB0B2652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8169" t="13490" r="18587" b="18461"/>
          <a:stretch>
            <a:fillRect/>
          </a:stretch>
        </p:blipFill>
        <p:spPr>
          <a:xfrm>
            <a:off x="680647" y="260317"/>
            <a:ext cx="2213544" cy="1384528"/>
          </a:xfrm>
          <a:prstGeom prst="ellipse">
            <a:avLst/>
          </a:prstGeom>
          <a:ln>
            <a:noFill/>
          </a:ln>
        </p:spPr>
      </p:pic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22764410-9B6D-716B-DEDC-D741FE1A7CC2}"/>
              </a:ext>
            </a:extLst>
          </p:cNvPr>
          <p:cNvSpPr/>
          <p:nvPr/>
        </p:nvSpPr>
        <p:spPr>
          <a:xfrm>
            <a:off x="946601" y="2296098"/>
            <a:ext cx="3198337" cy="52649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F016FA6A-FE3D-9CDA-13B2-7174159562B7}"/>
              </a:ext>
            </a:extLst>
          </p:cNvPr>
          <p:cNvSpPr/>
          <p:nvPr/>
        </p:nvSpPr>
        <p:spPr>
          <a:xfrm>
            <a:off x="946599" y="3170156"/>
            <a:ext cx="3220750" cy="52649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7D58A9D8-6724-DEC3-68E4-1A2102D6F13D}"/>
              </a:ext>
            </a:extLst>
          </p:cNvPr>
          <p:cNvSpPr/>
          <p:nvPr/>
        </p:nvSpPr>
        <p:spPr>
          <a:xfrm>
            <a:off x="957802" y="4066626"/>
            <a:ext cx="3198339" cy="52649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04DD5ECC-4C32-BD99-664B-647E59AC93E2}"/>
              </a:ext>
            </a:extLst>
          </p:cNvPr>
          <p:cNvSpPr txBox="1"/>
          <p:nvPr/>
        </p:nvSpPr>
        <p:spPr>
          <a:xfrm>
            <a:off x="921315" y="4068625"/>
            <a:ext cx="1736113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 sz="2800" dirty="0">
                <a:latin typeface="Batang"/>
                <a:ea typeface="Batang"/>
              </a:rPr>
              <a:t>Cultivos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06D2BD00-4B0F-F500-9B9F-9EFF3F9DEADD}"/>
              </a:ext>
            </a:extLst>
          </p:cNvPr>
          <p:cNvSpPr txBox="1"/>
          <p:nvPr/>
        </p:nvSpPr>
        <p:spPr>
          <a:xfrm>
            <a:off x="912904" y="2296047"/>
            <a:ext cx="224884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 sz="2800" dirty="0">
                <a:latin typeface="Batang"/>
                <a:ea typeface="Batang"/>
              </a:rPr>
              <a:t>Animales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C2FCF154-B82A-5642-0B25-4BFA235346B9}"/>
              </a:ext>
            </a:extLst>
          </p:cNvPr>
          <p:cNvSpPr txBox="1"/>
          <p:nvPr/>
        </p:nvSpPr>
        <p:spPr>
          <a:xfrm>
            <a:off x="795256" y="3236981"/>
            <a:ext cx="1604902" cy="2043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s-ES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219DCBFD-6AD8-8216-6D8C-24F3111DFF1B}"/>
              </a:ext>
            </a:extLst>
          </p:cNvPr>
          <p:cNvSpPr txBox="1"/>
          <p:nvPr/>
        </p:nvSpPr>
        <p:spPr>
          <a:xfrm>
            <a:off x="912878" y="3175363"/>
            <a:ext cx="327698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2800" dirty="0">
                <a:latin typeface="Batang"/>
                <a:ea typeface="Batang"/>
              </a:rPr>
              <a:t>Productos Animal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BA0284DD-AB30-1DD8-3264-A8B47D65CFD7}"/>
              </a:ext>
            </a:extLst>
          </p:cNvPr>
          <p:cNvSpPr txBox="1"/>
          <p:nvPr/>
        </p:nvSpPr>
        <p:spPr>
          <a:xfrm>
            <a:off x="1024862" y="5787993"/>
            <a:ext cx="404626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2400" dirty="0"/>
              <a:t>Contacto:</a:t>
            </a:r>
            <a:r>
              <a:rPr lang="es-ES" dirty="0"/>
              <a:t> </a:t>
            </a:r>
            <a:r>
              <a:rPr lang="es-ES" sz="2000" dirty="0"/>
              <a:t>tel. 298 – 138 - 5607</a:t>
            </a:r>
          </a:p>
        </p:txBody>
      </p:sp>
    </p:spTree>
    <p:extLst>
      <p:ext uri="{BB962C8B-B14F-4D97-AF65-F5344CB8AC3E}">
        <p14:creationId xmlns:p14="http://schemas.microsoft.com/office/powerpoint/2010/main" val="3812243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8E4F0B-A6EB-861C-1C34-CAA9BDE47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sz="3200"/>
              <a:t>Problema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9F97739-E0DF-24F3-7886-013A799A52C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9" y="2011363"/>
            <a:ext cx="7526868" cy="4155757"/>
          </a:xfrm>
        </p:spPr>
        <p:txBody>
          <a:bodyPr rtlCol="0"/>
          <a:lstStyle>
            <a:defPPr>
              <a:defRPr lang="es-ES"/>
            </a:defPPr>
          </a:lstStyle>
          <a:p>
            <a:pPr marL="228600" indent="-228600" rtl="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sz="2000" b="1" cap="none" dirty="0"/>
              <a:t>Brecha de mercado</a:t>
            </a:r>
            <a:r>
              <a:rPr lang="es-ES" sz="2000" cap="none" dirty="0"/>
              <a:t>: pocos productos en el mercado, si es que hay alguno, ayudan a los clientes como lo hacemos nosotros</a:t>
            </a:r>
            <a:endParaRPr lang="es-ES" sz="2000" cap="none" dirty="0">
              <a:cs typeface="Calibri"/>
            </a:endParaRPr>
          </a:p>
          <a:p>
            <a:pPr marL="228600" indent="-228600" rtl="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sz="2000" b="1" cap="none" dirty="0"/>
              <a:t>Clientes</a:t>
            </a:r>
            <a:r>
              <a:rPr lang="es-ES" sz="2000" cap="none" dirty="0"/>
              <a:t>: El 66 % de los consumidores de EE. UU. invierte dinero en varios productos que solo resuelven su problema de manera parcial.</a:t>
            </a:r>
          </a:p>
          <a:p>
            <a:pPr marL="228600" indent="-228600" rtl="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sz="2000" b="1" cap="none" dirty="0"/>
              <a:t>Finanzas</a:t>
            </a:r>
            <a:r>
              <a:rPr lang="es-ES" sz="2000" cap="none" dirty="0"/>
              <a:t>:</a:t>
            </a:r>
            <a:r>
              <a:rPr lang="es-ES" sz="2000" b="1" cap="none" dirty="0"/>
              <a:t> </a:t>
            </a:r>
            <a:r>
              <a:rPr lang="es-ES" sz="2000" cap="none" dirty="0">
                <a:ea typeface="+mn-lt"/>
                <a:cs typeface="+mn-lt"/>
              </a:rPr>
              <a:t>los </a:t>
            </a:r>
            <a:r>
              <a:rPr lang="es-ES" sz="2000" cap="none" dirty="0" err="1">
                <a:ea typeface="+mn-lt"/>
                <a:cs typeface="+mn-lt"/>
              </a:rPr>
              <a:t>millennials</a:t>
            </a:r>
            <a:r>
              <a:rPr lang="es-ES" sz="2000" cap="none" dirty="0">
                <a:ea typeface="+mn-lt"/>
                <a:cs typeface="+mn-lt"/>
              </a:rPr>
              <a:t> representan aproximadamente un cuarto de los 48 mil millones de dólares invertidos en 2018 en otros productos</a:t>
            </a:r>
            <a:endParaRPr lang="es-ES" sz="2000" cap="none" dirty="0">
              <a:cs typeface="Calibri" panose="020F0502020204030204"/>
            </a:endParaRPr>
          </a:p>
          <a:p>
            <a:pPr marL="228600" indent="-228600" rtl="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sz="2000" b="1" cap="none" dirty="0"/>
              <a:t>Costes</a:t>
            </a:r>
            <a:r>
              <a:rPr lang="es-ES" sz="2000" cap="none" dirty="0"/>
              <a:t>: pérdida de productividad que cuesta a los consumidores miles de dólares </a:t>
            </a:r>
            <a:endParaRPr lang="es-ES" sz="2000" cap="none" dirty="0">
              <a:cs typeface="Calibri" panose="020F0502020204030204"/>
            </a:endParaRPr>
          </a:p>
          <a:p>
            <a:pPr marL="228600" indent="-228600" rtl="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sz="2000" b="1" cap="none" dirty="0"/>
              <a:t>Facilidad de uso</a:t>
            </a:r>
            <a:r>
              <a:rPr lang="es-ES" sz="2000" cap="none" dirty="0"/>
              <a:t>: los clientes quieren algo fácil de usar que ayude a facilitar su vida </a:t>
            </a:r>
            <a:endParaRPr lang="es-ES" sz="2000" cap="none" dirty="0">
              <a:cs typeface="Calibri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FE0D061-7327-A55C-AF6A-A95C24DD8B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B5CEABB6-07DC-46E8-9B57-56EC44A396E5}" type="slidenum">
              <a:rPr lang="es-ES" smtClean="0"/>
              <a:pPr rtl="0"/>
              <a:t>5</a:t>
            </a:fld>
            <a:endParaRPr lang="es-ES" dirty="0"/>
          </a:p>
        </p:txBody>
      </p:sp>
      <p:pic>
        <p:nvPicPr>
          <p:cNvPr id="6" name="Marcador de contenido 4" descr="Fondo de caballo dibujado a mano | Foto Premium">
            <a:extLst>
              <a:ext uri="{FF2B5EF4-FFF2-40B4-BE49-F238E27FC236}">
                <a16:creationId xmlns:a16="http://schemas.microsoft.com/office/drawing/2014/main" id="{DA9F6596-A644-D4BC-8212-2EADF34D88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1" y="5167"/>
            <a:ext cx="12194346" cy="6852913"/>
          </a:xfrm>
          <a:prstGeom prst="rect">
            <a:avLst/>
          </a:prstGeom>
        </p:spPr>
      </p:pic>
      <p:pic>
        <p:nvPicPr>
          <p:cNvPr id="8" name="Imagen 7" descr="Imagen que contiene Texto">
            <a:extLst>
              <a:ext uri="{FF2B5EF4-FFF2-40B4-BE49-F238E27FC236}">
                <a16:creationId xmlns:a16="http://schemas.microsoft.com/office/drawing/2014/main" id="{075D991B-07A0-1D78-79DF-EA3F0A52EF0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8169" t="13490" r="18587" b="18461"/>
          <a:stretch>
            <a:fillRect/>
          </a:stretch>
        </p:blipFill>
        <p:spPr>
          <a:xfrm>
            <a:off x="680647" y="260317"/>
            <a:ext cx="2213544" cy="1384528"/>
          </a:xfrm>
          <a:prstGeom prst="ellipse">
            <a:avLst/>
          </a:prstGeom>
          <a:ln>
            <a:noFill/>
          </a:ln>
        </p:spPr>
      </p:pic>
      <p:sp>
        <p:nvSpPr>
          <p:cNvPr id="10" name="Diagrama de flujo: terminador 9">
            <a:extLst>
              <a:ext uri="{FF2B5EF4-FFF2-40B4-BE49-F238E27FC236}">
                <a16:creationId xmlns:a16="http://schemas.microsoft.com/office/drawing/2014/main" id="{6D06F5C4-82C1-EE33-6787-B8D589633015}"/>
              </a:ext>
            </a:extLst>
          </p:cNvPr>
          <p:cNvSpPr/>
          <p:nvPr/>
        </p:nvSpPr>
        <p:spPr>
          <a:xfrm>
            <a:off x="6079782" y="163129"/>
            <a:ext cx="4325606" cy="602039"/>
          </a:xfrm>
          <a:prstGeom prst="flowChartTermina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2" name="Imagen 11" descr="Baixar lupa, pesquisa, ícone de zoom em fundo branco gratuitamente ...">
            <a:extLst>
              <a:ext uri="{FF2B5EF4-FFF2-40B4-BE49-F238E27FC236}">
                <a16:creationId xmlns:a16="http://schemas.microsoft.com/office/drawing/2014/main" id="{A561F029-3481-F51A-4322-9AD1219A269E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92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104000"/>
                    </a14:imgEffect>
                  </a14:imgLayer>
                </a14:imgProps>
              </a:ext>
            </a:extLst>
          </a:blip>
          <a:srcRect l="27742" t="23463" r="25806" b="30367"/>
          <a:stretch>
            <a:fillRect/>
          </a:stretch>
        </p:blipFill>
        <p:spPr>
          <a:xfrm>
            <a:off x="9768996" y="257640"/>
            <a:ext cx="403463" cy="396528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521E1659-AE79-A023-E3EF-1692E3BC6CFB}"/>
              </a:ext>
            </a:extLst>
          </p:cNvPr>
          <p:cNvSpPr txBox="1"/>
          <p:nvPr/>
        </p:nvSpPr>
        <p:spPr>
          <a:xfrm>
            <a:off x="6835293" y="260376"/>
            <a:ext cx="270217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 sz="2400" i="1" dirty="0">
                <a:latin typeface="Batang"/>
                <a:ea typeface="Batang"/>
              </a:rPr>
              <a:t>Animales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BDC8C453-3EEC-F962-E91B-AAC4EF152FD6}"/>
              </a:ext>
            </a:extLst>
          </p:cNvPr>
          <p:cNvSpPr txBox="1"/>
          <p:nvPr/>
        </p:nvSpPr>
        <p:spPr>
          <a:xfrm>
            <a:off x="677531" y="2007566"/>
            <a:ext cx="229615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 sz="2400" dirty="0"/>
              <a:t>-Gallinas</a:t>
            </a:r>
            <a:endParaRPr lang="es-ES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37372B20-4A95-18A6-790D-1CCE832B191E}"/>
              </a:ext>
            </a:extLst>
          </p:cNvPr>
          <p:cNvSpPr txBox="1"/>
          <p:nvPr/>
        </p:nvSpPr>
        <p:spPr>
          <a:xfrm>
            <a:off x="677531" y="3049713"/>
            <a:ext cx="229615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 sz="2400" dirty="0"/>
              <a:t>-Cerdos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A3ABA8E4-BA8C-F8A8-5193-B6FE1164EC1F}"/>
              </a:ext>
            </a:extLst>
          </p:cNvPr>
          <p:cNvSpPr txBox="1"/>
          <p:nvPr/>
        </p:nvSpPr>
        <p:spPr>
          <a:xfrm>
            <a:off x="677531" y="4259948"/>
            <a:ext cx="229615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 sz="2400" dirty="0"/>
              <a:t>-Vacas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636B6EF0-F6EF-617C-AABC-81EF5C18A6EB}"/>
              </a:ext>
            </a:extLst>
          </p:cNvPr>
          <p:cNvSpPr txBox="1"/>
          <p:nvPr/>
        </p:nvSpPr>
        <p:spPr>
          <a:xfrm>
            <a:off x="677531" y="5627065"/>
            <a:ext cx="229615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 sz="2400" dirty="0"/>
              <a:t>-Caballos</a:t>
            </a:r>
          </a:p>
        </p:txBody>
      </p:sp>
      <p:pic>
        <p:nvPicPr>
          <p:cNvPr id="18" name="Imagen 17" descr="Más de 20 000 imágenes gratis de Imagen De Una Gallina y Gallina - Pixabay">
            <a:extLst>
              <a:ext uri="{FF2B5EF4-FFF2-40B4-BE49-F238E27FC236}">
                <a16:creationId xmlns:a16="http://schemas.microsoft.com/office/drawing/2014/main" id="{B861BC72-4C87-7C61-FB5C-60EBAB028E8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45770" y="1389528"/>
            <a:ext cx="2150401" cy="1344709"/>
          </a:xfrm>
          <a:prstGeom prst="round2DiagRect">
            <a:avLst/>
          </a:prstGeom>
        </p:spPr>
      </p:pic>
      <p:pic>
        <p:nvPicPr>
          <p:cNvPr id="19" name="Imagen 18" descr="Partes del cerdo">
            <a:extLst>
              <a:ext uri="{FF2B5EF4-FFF2-40B4-BE49-F238E27FC236}">
                <a16:creationId xmlns:a16="http://schemas.microsoft.com/office/drawing/2014/main" id="{3A26FEDC-A5D7-201C-F752-68EC3E85720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94274" y="2734234"/>
            <a:ext cx="2145218" cy="1098179"/>
          </a:xfrm>
          <a:prstGeom prst="round2DiagRect">
            <a:avLst/>
          </a:prstGeom>
        </p:spPr>
      </p:pic>
      <p:pic>
        <p:nvPicPr>
          <p:cNvPr id="20" name="Imagen 19" descr="Vaca Animal Granja - Foto gratis en Pixabay">
            <a:extLst>
              <a:ext uri="{FF2B5EF4-FFF2-40B4-BE49-F238E27FC236}">
                <a16:creationId xmlns:a16="http://schemas.microsoft.com/office/drawing/2014/main" id="{9A7CBE2A-B403-A078-722D-AE1E8DF7D6E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48900" y="3832411"/>
            <a:ext cx="2155345" cy="1322295"/>
          </a:xfrm>
          <a:prstGeom prst="round2DiagRect">
            <a:avLst/>
          </a:prstGeom>
        </p:spPr>
      </p:pic>
      <p:pic>
        <p:nvPicPr>
          <p:cNvPr id="21" name="Imagen 20" descr="Caballo Pastar Animal - Foto gratis en Pixabay - Pixabay">
            <a:extLst>
              <a:ext uri="{FF2B5EF4-FFF2-40B4-BE49-F238E27FC236}">
                <a16:creationId xmlns:a16="http://schemas.microsoft.com/office/drawing/2014/main" id="{1CBCC8E0-559A-A5CD-461F-FD5D560497D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91116" y="5171235"/>
            <a:ext cx="2129119" cy="1367679"/>
          </a:xfrm>
          <a:prstGeom prst="round2DiagRect">
            <a:avLst/>
          </a:prstGeom>
        </p:spPr>
      </p:pic>
    </p:spTree>
    <p:extLst>
      <p:ext uri="{BB962C8B-B14F-4D97-AF65-F5344CB8AC3E}">
        <p14:creationId xmlns:p14="http://schemas.microsoft.com/office/powerpoint/2010/main" val="10250294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8E4F0B-A6EB-861C-1C34-CAA9BDE47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sz="3200"/>
              <a:t>Problema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9F97739-E0DF-24F3-7886-013A799A52C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9" y="2011363"/>
            <a:ext cx="7526868" cy="4155757"/>
          </a:xfrm>
        </p:spPr>
        <p:txBody>
          <a:bodyPr rtlCol="0"/>
          <a:lstStyle>
            <a:defPPr>
              <a:defRPr lang="es-ES"/>
            </a:defPPr>
          </a:lstStyle>
          <a:p>
            <a:pPr marL="228600" indent="-228600" rtl="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sz="2000" b="1" cap="none" dirty="0"/>
              <a:t>Brecha de mercado</a:t>
            </a:r>
            <a:r>
              <a:rPr lang="es-ES" sz="2000" cap="none" dirty="0"/>
              <a:t>: pocos productos en el mercado, si es que hay alguno, ayudan a los clientes como lo hacemos nosotros</a:t>
            </a:r>
            <a:endParaRPr lang="es-ES" sz="2000" cap="none" dirty="0">
              <a:cs typeface="Calibri"/>
            </a:endParaRPr>
          </a:p>
          <a:p>
            <a:pPr marL="228600" indent="-228600" rtl="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sz="2000" b="1" cap="none" dirty="0"/>
              <a:t>Clientes</a:t>
            </a:r>
            <a:r>
              <a:rPr lang="es-ES" sz="2000" cap="none" dirty="0"/>
              <a:t>: El 66 % de los consumidores de EE. UU. invierte dinero en varios productos que solo resuelven su problema de manera parcial.</a:t>
            </a:r>
          </a:p>
          <a:p>
            <a:pPr marL="228600" indent="-228600" rtl="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sz="2000" b="1" cap="none" dirty="0"/>
              <a:t>Finanzas</a:t>
            </a:r>
            <a:r>
              <a:rPr lang="es-ES" sz="2000" cap="none" dirty="0"/>
              <a:t>:</a:t>
            </a:r>
            <a:r>
              <a:rPr lang="es-ES" sz="2000" b="1" cap="none" dirty="0"/>
              <a:t> </a:t>
            </a:r>
            <a:r>
              <a:rPr lang="es-ES" sz="2000" cap="none" dirty="0">
                <a:ea typeface="+mn-lt"/>
                <a:cs typeface="+mn-lt"/>
              </a:rPr>
              <a:t>los </a:t>
            </a:r>
            <a:r>
              <a:rPr lang="es-ES" sz="2000" cap="none" dirty="0" err="1">
                <a:ea typeface="+mn-lt"/>
                <a:cs typeface="+mn-lt"/>
              </a:rPr>
              <a:t>millennials</a:t>
            </a:r>
            <a:r>
              <a:rPr lang="es-ES" sz="2000" cap="none" dirty="0">
                <a:ea typeface="+mn-lt"/>
                <a:cs typeface="+mn-lt"/>
              </a:rPr>
              <a:t> representan aproximadamente un cuarto de los 48 mil millones de dólares invertidos en 2018 en otros productos</a:t>
            </a:r>
            <a:endParaRPr lang="es-ES" sz="2000" cap="none" dirty="0">
              <a:cs typeface="Calibri" panose="020F0502020204030204"/>
            </a:endParaRPr>
          </a:p>
          <a:p>
            <a:pPr marL="228600" indent="-228600" rtl="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sz="2000" b="1" cap="none" dirty="0"/>
              <a:t>Costes</a:t>
            </a:r>
            <a:r>
              <a:rPr lang="es-ES" sz="2000" cap="none" dirty="0"/>
              <a:t>: pérdida de productividad que cuesta a los consumidores miles de dólares </a:t>
            </a:r>
            <a:endParaRPr lang="es-ES" sz="2000" cap="none" dirty="0">
              <a:cs typeface="Calibri" panose="020F0502020204030204"/>
            </a:endParaRPr>
          </a:p>
          <a:p>
            <a:pPr marL="228600" indent="-228600" rtl="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sz="2000" b="1" cap="none" dirty="0"/>
              <a:t>Facilidad de uso</a:t>
            </a:r>
            <a:r>
              <a:rPr lang="es-ES" sz="2000" cap="none" dirty="0"/>
              <a:t>: los clientes quieren algo fácil de usar que ayude a facilitar su vida </a:t>
            </a:r>
            <a:endParaRPr lang="es-ES" sz="2000" cap="none" dirty="0">
              <a:cs typeface="Calibri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FE0D061-7327-A55C-AF6A-A95C24DD8B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B5CEABB6-07DC-46E8-9B57-56EC44A396E5}" type="slidenum">
              <a:rPr lang="es-ES" smtClean="0"/>
              <a:pPr rtl="0"/>
              <a:t>6</a:t>
            </a:fld>
            <a:endParaRPr lang="es-ES" dirty="0"/>
          </a:p>
        </p:txBody>
      </p:sp>
      <p:pic>
        <p:nvPicPr>
          <p:cNvPr id="6" name="Marcador de contenido 4" descr="Fondo de caballo dibujado a mano | Foto Premium">
            <a:extLst>
              <a:ext uri="{FF2B5EF4-FFF2-40B4-BE49-F238E27FC236}">
                <a16:creationId xmlns:a16="http://schemas.microsoft.com/office/drawing/2014/main" id="{2B737378-689D-8DBA-2743-EAF8EAD334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1" y="5167"/>
            <a:ext cx="12194346" cy="6852913"/>
          </a:xfrm>
          <a:prstGeom prst="rect">
            <a:avLst/>
          </a:prstGeom>
        </p:spPr>
      </p:pic>
      <p:pic>
        <p:nvPicPr>
          <p:cNvPr id="8" name="Imagen 7" descr="Imagen que contiene Texto">
            <a:extLst>
              <a:ext uri="{FF2B5EF4-FFF2-40B4-BE49-F238E27FC236}">
                <a16:creationId xmlns:a16="http://schemas.microsoft.com/office/drawing/2014/main" id="{AF224EAC-33FB-0532-A8F3-EC6F923E032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8169" t="13490" r="18587" b="18461"/>
          <a:stretch>
            <a:fillRect/>
          </a:stretch>
        </p:blipFill>
        <p:spPr>
          <a:xfrm>
            <a:off x="680647" y="260317"/>
            <a:ext cx="2213544" cy="1384528"/>
          </a:xfrm>
          <a:prstGeom prst="ellipse">
            <a:avLst/>
          </a:prstGeom>
          <a:ln>
            <a:noFill/>
          </a:ln>
        </p:spPr>
      </p:pic>
      <p:sp>
        <p:nvSpPr>
          <p:cNvPr id="10" name="Diagrama de flujo: terminador 9">
            <a:extLst>
              <a:ext uri="{FF2B5EF4-FFF2-40B4-BE49-F238E27FC236}">
                <a16:creationId xmlns:a16="http://schemas.microsoft.com/office/drawing/2014/main" id="{B327AAE9-B76E-88EC-8D4B-ED3379FA51D8}"/>
              </a:ext>
            </a:extLst>
          </p:cNvPr>
          <p:cNvSpPr/>
          <p:nvPr/>
        </p:nvSpPr>
        <p:spPr>
          <a:xfrm>
            <a:off x="6079782" y="163129"/>
            <a:ext cx="4325606" cy="602039"/>
          </a:xfrm>
          <a:prstGeom prst="flowChartTermina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66CF3466-107C-5CB7-527A-A74C8BCBDCEF}"/>
              </a:ext>
            </a:extLst>
          </p:cNvPr>
          <p:cNvSpPr txBox="1"/>
          <p:nvPr/>
        </p:nvSpPr>
        <p:spPr>
          <a:xfrm>
            <a:off x="6835293" y="260376"/>
            <a:ext cx="270217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 sz="2400" i="1" dirty="0">
                <a:latin typeface="Batang"/>
                <a:ea typeface="Batang"/>
              </a:rPr>
              <a:t>Gallinas</a:t>
            </a:r>
          </a:p>
        </p:txBody>
      </p:sp>
      <p:pic>
        <p:nvPicPr>
          <p:cNvPr id="14" name="Imagen 13" descr="Baixar lupa, pesquisa, ícone de zoom em fundo branco gratuitamente ...">
            <a:extLst>
              <a:ext uri="{FF2B5EF4-FFF2-40B4-BE49-F238E27FC236}">
                <a16:creationId xmlns:a16="http://schemas.microsoft.com/office/drawing/2014/main" id="{860D09FE-A20A-2A16-55AD-3BF016925A0C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92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104000"/>
                    </a14:imgEffect>
                  </a14:imgLayer>
                </a14:imgProps>
              </a:ext>
            </a:extLst>
          </a:blip>
          <a:srcRect l="27742" t="23463" r="25806" b="30367"/>
          <a:stretch>
            <a:fillRect/>
          </a:stretch>
        </p:blipFill>
        <p:spPr>
          <a:xfrm>
            <a:off x="9768996" y="257640"/>
            <a:ext cx="403463" cy="396528"/>
          </a:xfrm>
          <a:prstGeom prst="rect">
            <a:avLst/>
          </a:prstGeom>
        </p:spPr>
      </p:pic>
      <p:pic>
        <p:nvPicPr>
          <p:cNvPr id="15" name="Imagen 14" descr="Grupo De Gallinas De Varios Colores Dentro De Una Casa De Campo Foto de ...">
            <a:extLst>
              <a:ext uri="{FF2B5EF4-FFF2-40B4-BE49-F238E27FC236}">
                <a16:creationId xmlns:a16="http://schemas.microsoft.com/office/drawing/2014/main" id="{8C88679E-F359-0C5C-8647-B4FB4F0B5DF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3461" y="2364441"/>
            <a:ext cx="2536550" cy="1714501"/>
          </a:xfrm>
          <a:prstGeom prst="rect">
            <a:avLst/>
          </a:prstGeom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31E3F9AE-0E54-49E8-772E-C3A1FDB4F496}"/>
              </a:ext>
            </a:extLst>
          </p:cNvPr>
          <p:cNvSpPr txBox="1"/>
          <p:nvPr/>
        </p:nvSpPr>
        <p:spPr>
          <a:xfrm>
            <a:off x="419923" y="1904124"/>
            <a:ext cx="246416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 sz="2400" i="1" dirty="0">
                <a:latin typeface="Batang"/>
                <a:ea typeface="Batang"/>
              </a:rPr>
              <a:t>Gallina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E3B51FA9-D8AC-83CD-7C3C-DF3993F48F3D}"/>
              </a:ext>
            </a:extLst>
          </p:cNvPr>
          <p:cNvSpPr txBox="1"/>
          <p:nvPr/>
        </p:nvSpPr>
        <p:spPr>
          <a:xfrm>
            <a:off x="3732500" y="1366345"/>
            <a:ext cx="4682178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dirty="0"/>
              <a:t>Peso: 2 a 5 kilogramos, aprox.</a:t>
            </a:r>
          </a:p>
          <a:p>
            <a:endParaRPr lang="es-ES" dirty="0"/>
          </a:p>
          <a:p>
            <a:r>
              <a:rPr lang="es-ES" dirty="0"/>
              <a:t>Tamaño: Mide entre los 40 a 50 centímetros.</a:t>
            </a:r>
          </a:p>
          <a:p>
            <a:endParaRPr lang="es-ES" dirty="0"/>
          </a:p>
          <a:p>
            <a:r>
              <a:rPr lang="es-ES" dirty="0"/>
              <a:t>Raza: Gallina guinea.</a:t>
            </a:r>
          </a:p>
          <a:p>
            <a:endParaRPr lang="es-ES"/>
          </a:p>
          <a:p>
            <a:r>
              <a:rPr lang="es-ES" dirty="0"/>
              <a:t>Descripción</a:t>
            </a:r>
          </a:p>
          <a:p>
            <a:r>
              <a:rPr lang="es-ES" dirty="0"/>
              <a:t>     Se vende mayoreo o por pieza, están completamente sanas, bien supervisadas, vacunadas y solo consumen alimento de acuerdo a su dieta</a:t>
            </a:r>
          </a:p>
        </p:txBody>
      </p:sp>
      <p:sp>
        <p:nvSpPr>
          <p:cNvPr id="19" name="Diagrama de flujo: preparación 18">
            <a:extLst>
              <a:ext uri="{FF2B5EF4-FFF2-40B4-BE49-F238E27FC236}">
                <a16:creationId xmlns:a16="http://schemas.microsoft.com/office/drawing/2014/main" id="{8A0697B4-EBFF-27EE-EAC5-B9A85AC7528A}"/>
              </a:ext>
            </a:extLst>
          </p:cNvPr>
          <p:cNvSpPr/>
          <p:nvPr/>
        </p:nvSpPr>
        <p:spPr>
          <a:xfrm>
            <a:off x="742048" y="4312282"/>
            <a:ext cx="2058134" cy="434028"/>
          </a:xfrm>
          <a:prstGeom prst="flowChartPreparation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25845103-D4CD-2FF0-5D8B-7C8275251C3B}"/>
              </a:ext>
            </a:extLst>
          </p:cNvPr>
          <p:cNvSpPr txBox="1"/>
          <p:nvPr/>
        </p:nvSpPr>
        <p:spPr>
          <a:xfrm>
            <a:off x="1013836" y="4376567"/>
            <a:ext cx="2240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dirty="0"/>
              <a:t>Precio: $45 c/u</a:t>
            </a:r>
          </a:p>
        </p:txBody>
      </p:sp>
      <p:sp>
        <p:nvSpPr>
          <p:cNvPr id="20" name="Signo menos 19">
            <a:extLst>
              <a:ext uri="{FF2B5EF4-FFF2-40B4-BE49-F238E27FC236}">
                <a16:creationId xmlns:a16="http://schemas.microsoft.com/office/drawing/2014/main" id="{8224C124-60F2-26D1-4C1C-083A3E9EC1F5}"/>
              </a:ext>
            </a:extLst>
          </p:cNvPr>
          <p:cNvSpPr/>
          <p:nvPr/>
        </p:nvSpPr>
        <p:spPr>
          <a:xfrm>
            <a:off x="8902016" y="5382201"/>
            <a:ext cx="3472227" cy="1946127"/>
          </a:xfrm>
          <a:prstGeom prst="mathMinus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12483C7F-6144-3BB5-2018-18A466828CFA}"/>
              </a:ext>
            </a:extLst>
          </p:cNvPr>
          <p:cNvSpPr txBox="1"/>
          <p:nvPr/>
        </p:nvSpPr>
        <p:spPr>
          <a:xfrm>
            <a:off x="9533498" y="6169157"/>
            <a:ext cx="163810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dirty="0"/>
              <a:t>Mensajes …..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C2F9AA4D-229D-EDAE-A540-E340F4B68698}"/>
              </a:ext>
            </a:extLst>
          </p:cNvPr>
          <p:cNvSpPr txBox="1"/>
          <p:nvPr/>
        </p:nvSpPr>
        <p:spPr>
          <a:xfrm>
            <a:off x="3494407" y="4914244"/>
            <a:ext cx="1797938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 sz="2400" dirty="0"/>
              <a:t>Puntuación</a:t>
            </a:r>
          </a:p>
        </p:txBody>
      </p:sp>
      <p:sp>
        <p:nvSpPr>
          <p:cNvPr id="23" name="Estrella: 5 puntas 22">
            <a:extLst>
              <a:ext uri="{FF2B5EF4-FFF2-40B4-BE49-F238E27FC236}">
                <a16:creationId xmlns:a16="http://schemas.microsoft.com/office/drawing/2014/main" id="{925A8DE1-4264-FB18-4282-DA8E6E9789D2}"/>
              </a:ext>
            </a:extLst>
          </p:cNvPr>
          <p:cNvSpPr/>
          <p:nvPr/>
        </p:nvSpPr>
        <p:spPr>
          <a:xfrm>
            <a:off x="5401532" y="4917064"/>
            <a:ext cx="350022" cy="308020"/>
          </a:xfrm>
          <a:prstGeom prst="star5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4" name="Estrella: 5 puntas 23">
            <a:extLst>
              <a:ext uri="{FF2B5EF4-FFF2-40B4-BE49-F238E27FC236}">
                <a16:creationId xmlns:a16="http://schemas.microsoft.com/office/drawing/2014/main" id="{54937E78-D4C8-414D-54FC-FD66944DE624}"/>
              </a:ext>
            </a:extLst>
          </p:cNvPr>
          <p:cNvSpPr/>
          <p:nvPr/>
        </p:nvSpPr>
        <p:spPr>
          <a:xfrm>
            <a:off x="5760120" y="4905858"/>
            <a:ext cx="350022" cy="308020"/>
          </a:xfrm>
          <a:prstGeom prst="star5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5" name="Estrella: 5 puntas 24">
            <a:extLst>
              <a:ext uri="{FF2B5EF4-FFF2-40B4-BE49-F238E27FC236}">
                <a16:creationId xmlns:a16="http://schemas.microsoft.com/office/drawing/2014/main" id="{4A631C4C-A2BA-00BB-F985-0648C0481C1A}"/>
              </a:ext>
            </a:extLst>
          </p:cNvPr>
          <p:cNvSpPr/>
          <p:nvPr/>
        </p:nvSpPr>
        <p:spPr>
          <a:xfrm>
            <a:off x="6802266" y="4905857"/>
            <a:ext cx="350022" cy="308020"/>
          </a:xfrm>
          <a:prstGeom prst="star5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6" name="Estrella: 5 puntas 25">
            <a:extLst>
              <a:ext uri="{FF2B5EF4-FFF2-40B4-BE49-F238E27FC236}">
                <a16:creationId xmlns:a16="http://schemas.microsoft.com/office/drawing/2014/main" id="{BD2204D2-F55A-982E-BF37-92A80F2ADD1D}"/>
              </a:ext>
            </a:extLst>
          </p:cNvPr>
          <p:cNvSpPr/>
          <p:nvPr/>
        </p:nvSpPr>
        <p:spPr>
          <a:xfrm>
            <a:off x="6107501" y="4905857"/>
            <a:ext cx="350022" cy="308020"/>
          </a:xfrm>
          <a:prstGeom prst="star5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7" name="Estrella: 5 puntas 26">
            <a:extLst>
              <a:ext uri="{FF2B5EF4-FFF2-40B4-BE49-F238E27FC236}">
                <a16:creationId xmlns:a16="http://schemas.microsoft.com/office/drawing/2014/main" id="{84BC2AB2-0CDE-7D7B-590B-C05B1B719E97}"/>
              </a:ext>
            </a:extLst>
          </p:cNvPr>
          <p:cNvSpPr/>
          <p:nvPr/>
        </p:nvSpPr>
        <p:spPr>
          <a:xfrm>
            <a:off x="6454884" y="4905858"/>
            <a:ext cx="350022" cy="308020"/>
          </a:xfrm>
          <a:prstGeom prst="star5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126D7EE1-04D3-3E5E-6368-701D884780E8}"/>
              </a:ext>
            </a:extLst>
          </p:cNvPr>
          <p:cNvSpPr/>
          <p:nvPr/>
        </p:nvSpPr>
        <p:spPr>
          <a:xfrm>
            <a:off x="504721" y="6012816"/>
            <a:ext cx="1725826" cy="52649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4A1BD7B6-8A3D-31DE-70AB-68DD70270412}"/>
              </a:ext>
            </a:extLst>
          </p:cNvPr>
          <p:cNvSpPr txBox="1"/>
          <p:nvPr/>
        </p:nvSpPr>
        <p:spPr>
          <a:xfrm>
            <a:off x="509423" y="6004516"/>
            <a:ext cx="1736113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 sz="2800" dirty="0">
                <a:latin typeface="Batang"/>
                <a:ea typeface="Batang"/>
              </a:rPr>
              <a:t>Comprar</a:t>
            </a:r>
          </a:p>
        </p:txBody>
      </p:sp>
    </p:spTree>
    <p:extLst>
      <p:ext uri="{BB962C8B-B14F-4D97-AF65-F5344CB8AC3E}">
        <p14:creationId xmlns:p14="http://schemas.microsoft.com/office/powerpoint/2010/main" val="13575760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8E4F0B-A6EB-861C-1C34-CAA9BDE47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sz="3200"/>
              <a:t>Problema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9F97739-E0DF-24F3-7886-013A799A52C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653987" y="2011363"/>
            <a:ext cx="7526868" cy="4155757"/>
          </a:xfrm>
        </p:spPr>
        <p:txBody>
          <a:bodyPr rtlCol="0"/>
          <a:lstStyle>
            <a:defPPr>
              <a:defRPr lang="es-ES"/>
            </a:defPPr>
          </a:lstStyle>
          <a:p>
            <a:pPr marL="228600" indent="-228600" rtl="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sz="2000" b="1" cap="none" dirty="0"/>
              <a:t>Brecha de mercado</a:t>
            </a:r>
            <a:r>
              <a:rPr lang="es-ES" sz="2000" cap="none" dirty="0"/>
              <a:t>: pocos productos en el mercado, si es que hay alguno, ayudan a los clientes como lo hacemos nosotros</a:t>
            </a:r>
            <a:endParaRPr lang="es-ES" sz="2000" cap="none" dirty="0">
              <a:cs typeface="Calibri"/>
            </a:endParaRPr>
          </a:p>
          <a:p>
            <a:pPr marL="228600" indent="-228600" rtl="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sz="2000" b="1" cap="none" dirty="0"/>
              <a:t>Clientes</a:t>
            </a:r>
            <a:r>
              <a:rPr lang="es-ES" sz="2000" cap="none" dirty="0"/>
              <a:t>: El 66 % de los consumidores de EE. UU. invierte dinero en varios productos que solo resuelven su problema de manera parcial.</a:t>
            </a:r>
          </a:p>
          <a:p>
            <a:pPr marL="228600" indent="-228600" rtl="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sz="2000" b="1" cap="none" dirty="0"/>
              <a:t>Finanzas</a:t>
            </a:r>
            <a:r>
              <a:rPr lang="es-ES" sz="2000" cap="none" dirty="0"/>
              <a:t>:</a:t>
            </a:r>
            <a:r>
              <a:rPr lang="es-ES" sz="2000" b="1" cap="none" dirty="0"/>
              <a:t> </a:t>
            </a:r>
            <a:r>
              <a:rPr lang="es-ES" sz="2000" cap="none" dirty="0">
                <a:ea typeface="+mn-lt"/>
                <a:cs typeface="+mn-lt"/>
              </a:rPr>
              <a:t>los </a:t>
            </a:r>
            <a:r>
              <a:rPr lang="es-ES" sz="2000" cap="none" dirty="0" err="1">
                <a:ea typeface="+mn-lt"/>
                <a:cs typeface="+mn-lt"/>
              </a:rPr>
              <a:t>millennials</a:t>
            </a:r>
            <a:r>
              <a:rPr lang="es-ES" sz="2000" cap="none" dirty="0">
                <a:ea typeface="+mn-lt"/>
                <a:cs typeface="+mn-lt"/>
              </a:rPr>
              <a:t> representan aproximadamente un cuarto de los 48 mil millones de dólares invertidos en 2018 en otros productos</a:t>
            </a:r>
            <a:endParaRPr lang="es-ES" sz="2000" cap="none" dirty="0">
              <a:cs typeface="Calibri" panose="020F0502020204030204"/>
            </a:endParaRPr>
          </a:p>
          <a:p>
            <a:pPr marL="228600" indent="-228600" rtl="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sz="2000" b="1" cap="none" dirty="0"/>
              <a:t>Costes</a:t>
            </a:r>
            <a:r>
              <a:rPr lang="es-ES" sz="2000" cap="none" dirty="0"/>
              <a:t>: pérdida de productividad que cuesta a los consumidores miles de dólares </a:t>
            </a:r>
            <a:endParaRPr lang="es-ES" sz="2000" cap="none" dirty="0">
              <a:cs typeface="Calibri" panose="020F0502020204030204"/>
            </a:endParaRPr>
          </a:p>
          <a:p>
            <a:pPr marL="228600" indent="-228600" rtl="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sz="2000" b="1" cap="none" dirty="0"/>
              <a:t>Facilidad de uso</a:t>
            </a:r>
            <a:r>
              <a:rPr lang="es-ES" sz="2000" cap="none" dirty="0"/>
              <a:t>: los clientes quieren algo fácil de usar que ayude a facilitar su vida </a:t>
            </a:r>
            <a:endParaRPr lang="es-ES" sz="2000" cap="none" dirty="0">
              <a:cs typeface="Calibri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FE0D061-7327-A55C-AF6A-A95C24DD8B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B5CEABB6-07DC-46E8-9B57-56EC44A396E5}" type="slidenum">
              <a:rPr lang="es-ES" smtClean="0"/>
              <a:pPr rtl="0"/>
              <a:t>7</a:t>
            </a:fld>
            <a:endParaRPr lang="es-ES" dirty="0"/>
          </a:p>
        </p:txBody>
      </p:sp>
      <p:pic>
        <p:nvPicPr>
          <p:cNvPr id="6" name="Marcador de contenido 4" descr="Fondo de caballo dibujado a mano | Foto Premium">
            <a:extLst>
              <a:ext uri="{FF2B5EF4-FFF2-40B4-BE49-F238E27FC236}">
                <a16:creationId xmlns:a16="http://schemas.microsoft.com/office/drawing/2014/main" id="{B5D61AB7-C9A2-C0DF-B5A0-BE741DADE3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1" y="5167"/>
            <a:ext cx="12194346" cy="6852913"/>
          </a:xfrm>
          <a:prstGeom prst="rect">
            <a:avLst/>
          </a:prstGeom>
        </p:spPr>
      </p:pic>
      <p:pic>
        <p:nvPicPr>
          <p:cNvPr id="8" name="Imagen 7" descr="Imagen que contiene Texto">
            <a:extLst>
              <a:ext uri="{FF2B5EF4-FFF2-40B4-BE49-F238E27FC236}">
                <a16:creationId xmlns:a16="http://schemas.microsoft.com/office/drawing/2014/main" id="{94F172E5-A979-4F17-4898-E22F4F5D157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8169" t="13490" r="18587" b="18461"/>
          <a:stretch>
            <a:fillRect/>
          </a:stretch>
        </p:blipFill>
        <p:spPr>
          <a:xfrm>
            <a:off x="680647" y="260317"/>
            <a:ext cx="2213544" cy="1384528"/>
          </a:xfrm>
          <a:prstGeom prst="ellipse">
            <a:avLst/>
          </a:prstGeom>
          <a:ln>
            <a:noFill/>
          </a:ln>
        </p:spPr>
      </p:pic>
      <p:sp>
        <p:nvSpPr>
          <p:cNvPr id="9" name="Pergamino: horizontal 8">
            <a:extLst>
              <a:ext uri="{FF2B5EF4-FFF2-40B4-BE49-F238E27FC236}">
                <a16:creationId xmlns:a16="http://schemas.microsoft.com/office/drawing/2014/main" id="{F2FDCE5F-53CC-14C7-966B-5DBF7F00B29A}"/>
              </a:ext>
            </a:extLst>
          </p:cNvPr>
          <p:cNvSpPr/>
          <p:nvPr/>
        </p:nvSpPr>
        <p:spPr>
          <a:xfrm>
            <a:off x="4407235" y="260220"/>
            <a:ext cx="3396580" cy="923959"/>
          </a:xfrm>
          <a:prstGeom prst="horizontalScroll">
            <a:avLst/>
          </a:prstGeom>
          <a:solidFill>
            <a:srgbClr val="D6A66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600" b="1" i="1" dirty="0">
                <a:latin typeface="Angsana New"/>
                <a:cs typeface="Angsana New"/>
              </a:rPr>
              <a:t>Regístrate</a:t>
            </a:r>
            <a:endParaRPr lang="es-ES" sz="3600" b="1" u="sng" dirty="0">
              <a:latin typeface="Angsana New"/>
              <a:cs typeface="Angsana New"/>
            </a:endParaRPr>
          </a:p>
        </p:txBody>
      </p:sp>
      <p:sp>
        <p:nvSpPr>
          <p:cNvPr id="18" name="Rectángulo: esquina doblada 17">
            <a:extLst>
              <a:ext uri="{FF2B5EF4-FFF2-40B4-BE49-F238E27FC236}">
                <a16:creationId xmlns:a16="http://schemas.microsoft.com/office/drawing/2014/main" id="{B93C6C7D-074B-D7E8-0A19-9315E9A025E4}"/>
              </a:ext>
            </a:extLst>
          </p:cNvPr>
          <p:cNvSpPr/>
          <p:nvPr/>
        </p:nvSpPr>
        <p:spPr>
          <a:xfrm>
            <a:off x="3456539" y="1441810"/>
            <a:ext cx="3903587" cy="4628815"/>
          </a:xfrm>
          <a:prstGeom prst="foldedCorner">
            <a:avLst/>
          </a:prstGeom>
          <a:solidFill>
            <a:srgbClr val="F3DBB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 rtl="0">
              <a:defRPr lang="es-ES"/>
            </a:defPPr>
            <a:lvl1pPr marL="0" algn="l" defTabSz="914400" rtl="0" eaLnBrk="1" latinLnBrk="0" hangingPunct="1">
              <a:defRPr lang="es-ES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lang="es-ES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es-ES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es-ES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es-ES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es-ES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es-ES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es-ES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lang="es-ES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lnSpc>
                <a:spcPts val="1500"/>
              </a:lnSpc>
            </a:pPr>
            <a:r>
              <a:rPr lang="es-ES" sz="1800" baseline="0" dirty="0">
                <a:solidFill>
                  <a:schemeClr val="tx1"/>
                </a:solidFill>
                <a:latin typeface="Tenorite"/>
                <a:ea typeface="Segoe UI"/>
                <a:cs typeface="Segoe UI"/>
              </a:rPr>
              <a:t>Nombre:</a:t>
            </a:r>
            <a:r>
              <a:rPr lang="en-US" sz="1800" dirty="0">
                <a:solidFill>
                  <a:schemeClr val="tx1"/>
                </a:solidFill>
                <a:latin typeface="Tenorite"/>
                <a:ea typeface="Segoe UI"/>
                <a:cs typeface="Segoe UI"/>
              </a:rPr>
              <a:t>​</a:t>
            </a:r>
          </a:p>
          <a:p>
            <a:pPr rtl="0">
              <a:lnSpc>
                <a:spcPts val="1500"/>
              </a:lnSpc>
            </a:pPr>
            <a:r>
              <a:rPr lang="es-ES" sz="1800" baseline="0" dirty="0">
                <a:solidFill>
                  <a:schemeClr val="tx1"/>
                </a:solidFill>
                <a:latin typeface="Tenorite"/>
                <a:ea typeface="Segoe UI"/>
                <a:cs typeface="Segoe UI"/>
              </a:rPr>
              <a:t>Correo:</a:t>
            </a:r>
            <a:r>
              <a:rPr lang="en-US" sz="1800" dirty="0">
                <a:solidFill>
                  <a:schemeClr val="tx1"/>
                </a:solidFill>
                <a:latin typeface="Tenorite"/>
                <a:ea typeface="Segoe UI"/>
                <a:cs typeface="Segoe UI"/>
              </a:rPr>
              <a:t>​</a:t>
            </a:r>
          </a:p>
          <a:p>
            <a:pPr rtl="0">
              <a:lnSpc>
                <a:spcPts val="1500"/>
              </a:lnSpc>
            </a:pPr>
            <a:r>
              <a:rPr lang="es-ES" sz="1800" baseline="0" dirty="0">
                <a:solidFill>
                  <a:schemeClr val="tx1"/>
                </a:solidFill>
                <a:latin typeface="Tenorite"/>
                <a:ea typeface="Segoe UI"/>
                <a:cs typeface="Segoe UI"/>
              </a:rPr>
              <a:t>Núm.. Telefónico:</a:t>
            </a:r>
            <a:r>
              <a:rPr lang="en-US" sz="1800" dirty="0">
                <a:solidFill>
                  <a:schemeClr val="tx1"/>
                </a:solidFill>
                <a:latin typeface="Tenorite"/>
                <a:ea typeface="Segoe UI"/>
                <a:cs typeface="Segoe UI"/>
              </a:rPr>
              <a:t>​</a:t>
            </a:r>
          </a:p>
          <a:p>
            <a:pPr rtl="0">
              <a:lnSpc>
                <a:spcPts val="1500"/>
              </a:lnSpc>
            </a:pPr>
            <a:r>
              <a:rPr lang="es-ES" sz="1800" baseline="0" dirty="0">
                <a:solidFill>
                  <a:schemeClr val="tx1"/>
                </a:solidFill>
                <a:latin typeface="Tenorite"/>
                <a:ea typeface="Segoe UI"/>
                <a:cs typeface="Segoe UI"/>
              </a:rPr>
              <a:t>Dirección:</a:t>
            </a:r>
            <a:r>
              <a:rPr lang="en-US" sz="1800" dirty="0">
                <a:solidFill>
                  <a:schemeClr val="tx1"/>
                </a:solidFill>
                <a:latin typeface="Tenorite"/>
                <a:ea typeface="Segoe UI"/>
                <a:cs typeface="Segoe UI"/>
              </a:rPr>
              <a:t>​</a:t>
            </a:r>
          </a:p>
          <a:p>
            <a:pPr rtl="0">
              <a:lnSpc>
                <a:spcPts val="1500"/>
              </a:lnSpc>
            </a:pPr>
            <a:r>
              <a:rPr lang="es-ES" sz="1800" baseline="0" dirty="0">
                <a:solidFill>
                  <a:schemeClr val="tx1"/>
                </a:solidFill>
                <a:latin typeface="Tenorite"/>
                <a:ea typeface="Segoe UI"/>
                <a:cs typeface="Segoe UI"/>
              </a:rPr>
              <a:t>Producto:</a:t>
            </a:r>
            <a:r>
              <a:rPr lang="en-US" sz="1800" dirty="0">
                <a:solidFill>
                  <a:schemeClr val="tx1"/>
                </a:solidFill>
                <a:latin typeface="Tenorite"/>
                <a:ea typeface="Segoe UI"/>
                <a:cs typeface="Segoe UI"/>
              </a:rPr>
              <a:t>​</a:t>
            </a:r>
          </a:p>
          <a:p>
            <a:pPr rtl="0">
              <a:lnSpc>
                <a:spcPts val="1500"/>
              </a:lnSpc>
            </a:pPr>
            <a:r>
              <a:rPr lang="es-ES" sz="1800" baseline="0" dirty="0">
                <a:solidFill>
                  <a:schemeClr val="tx1"/>
                </a:solidFill>
                <a:latin typeface="Tenorite"/>
                <a:ea typeface="Segoe UI"/>
                <a:cs typeface="Segoe UI"/>
              </a:rPr>
              <a:t>Cantidad:</a:t>
            </a:r>
            <a:r>
              <a:rPr lang="en-US" sz="1800" dirty="0">
                <a:solidFill>
                  <a:schemeClr val="tx1"/>
                </a:solidFill>
                <a:latin typeface="Tenorite"/>
                <a:ea typeface="Segoe UI"/>
                <a:cs typeface="Segoe UI"/>
              </a:rPr>
              <a:t>​</a:t>
            </a:r>
          </a:p>
          <a:p>
            <a:pPr rtl="0">
              <a:lnSpc>
                <a:spcPts val="1500"/>
              </a:lnSpc>
            </a:pPr>
            <a:r>
              <a:rPr lang="es-ES" sz="1800" dirty="0">
                <a:solidFill>
                  <a:schemeClr val="tx1"/>
                </a:solidFill>
                <a:latin typeface="Tenorite"/>
                <a:ea typeface="Segoe UI"/>
                <a:cs typeface="Segoe UI"/>
              </a:rPr>
              <a:t>​</a:t>
            </a:r>
          </a:p>
          <a:p>
            <a:pPr algn="ctr">
              <a:lnSpc>
                <a:spcPts val="1500"/>
              </a:lnSpc>
            </a:pPr>
            <a:endParaRPr lang="es-ES" dirty="0">
              <a:solidFill>
                <a:schemeClr val="tx1"/>
              </a:solidFill>
              <a:latin typeface="Tenorite"/>
              <a:ea typeface="Segoe UI"/>
              <a:cs typeface="Segoe UI"/>
            </a:endParaRPr>
          </a:p>
          <a:p>
            <a:pPr algn="ctr">
              <a:lnSpc>
                <a:spcPts val="1500"/>
              </a:lnSpc>
            </a:pPr>
            <a:r>
              <a:rPr lang="es-ES" sz="1800" baseline="0" dirty="0">
                <a:solidFill>
                  <a:schemeClr val="tx1"/>
                </a:solidFill>
                <a:latin typeface="Tenorite"/>
                <a:ea typeface="Segoe UI"/>
                <a:cs typeface="Segoe UI"/>
              </a:rPr>
              <a:t>Forma de pago:</a:t>
            </a:r>
            <a:r>
              <a:rPr lang="en-US" sz="1800" dirty="0">
                <a:solidFill>
                  <a:schemeClr val="tx1"/>
                </a:solidFill>
                <a:latin typeface="Tenorite"/>
                <a:ea typeface="Segoe UI"/>
                <a:cs typeface="Segoe UI"/>
              </a:rPr>
              <a:t>​</a:t>
            </a:r>
            <a:endParaRPr lang="es-ES">
              <a:solidFill>
                <a:schemeClr val="tx1"/>
              </a:solidFill>
              <a:cs typeface="Segoe UI"/>
            </a:endParaRPr>
          </a:p>
          <a:p>
            <a:pPr algn="ctr">
              <a:lnSpc>
                <a:spcPts val="1500"/>
              </a:lnSpc>
            </a:pPr>
            <a:endParaRPr lang="en-US" dirty="0">
              <a:solidFill>
                <a:schemeClr val="tx1"/>
              </a:solidFill>
              <a:latin typeface="Tenorite"/>
              <a:ea typeface="Segoe UI"/>
              <a:cs typeface="Segoe UI"/>
            </a:endParaRPr>
          </a:p>
          <a:p>
            <a:pPr>
              <a:lnSpc>
                <a:spcPts val="1500"/>
              </a:lnSpc>
            </a:pPr>
            <a:endParaRPr lang="es-ES" dirty="0">
              <a:solidFill>
                <a:schemeClr val="tx1"/>
              </a:solidFill>
              <a:latin typeface="Tenorite"/>
              <a:ea typeface="Segoe UI"/>
              <a:cs typeface="Segoe UI"/>
            </a:endParaRPr>
          </a:p>
          <a:p>
            <a:pPr>
              <a:lnSpc>
                <a:spcPts val="1500"/>
              </a:lnSpc>
            </a:pPr>
            <a:r>
              <a:rPr lang="es-ES" sz="1800" baseline="0" dirty="0">
                <a:solidFill>
                  <a:schemeClr val="tx1"/>
                </a:solidFill>
                <a:latin typeface="Tenorite"/>
                <a:ea typeface="Segoe UI"/>
                <a:cs typeface="Segoe UI"/>
              </a:rPr>
              <a:t>Transacción  </a:t>
            </a:r>
            <a:r>
              <a:rPr lang="es-ES" dirty="0">
                <a:solidFill>
                  <a:schemeClr val="tx1"/>
                </a:solidFill>
                <a:latin typeface="Tenorite"/>
                <a:ea typeface="Segoe UI"/>
                <a:cs typeface="Segoe UI"/>
              </a:rPr>
              <a:t>                     </a:t>
            </a:r>
            <a:r>
              <a:rPr lang="es-ES" sz="1800" baseline="0" dirty="0">
                <a:solidFill>
                  <a:schemeClr val="tx1"/>
                </a:solidFill>
                <a:latin typeface="Tenorite"/>
                <a:ea typeface="Segoe UI"/>
                <a:cs typeface="Segoe UI"/>
              </a:rPr>
              <a:t>Efectivo</a:t>
            </a:r>
            <a:r>
              <a:rPr lang="en-US" sz="1800" dirty="0">
                <a:solidFill>
                  <a:schemeClr val="tx1"/>
                </a:solidFill>
                <a:latin typeface="Tenorite"/>
                <a:ea typeface="Segoe UI"/>
                <a:cs typeface="Segoe UI"/>
              </a:rPr>
              <a:t>​</a:t>
            </a:r>
            <a:endParaRPr lang="en-US">
              <a:solidFill>
                <a:schemeClr val="tx1"/>
              </a:solidFill>
            </a:endParaRPr>
          </a:p>
          <a:p>
            <a:pPr>
              <a:lnSpc>
                <a:spcPts val="1500"/>
              </a:lnSpc>
            </a:pPr>
            <a:r>
              <a:rPr lang="es-ES" sz="1800" baseline="0" dirty="0">
                <a:solidFill>
                  <a:schemeClr val="tx1"/>
                </a:solidFill>
                <a:latin typeface="Tenorite"/>
                <a:ea typeface="Segoe UI"/>
                <a:cs typeface="Segoe UI"/>
              </a:rPr>
              <a:t>Núm. Cuenta: </a:t>
            </a:r>
            <a:r>
              <a:rPr lang="es-ES" dirty="0">
                <a:solidFill>
                  <a:schemeClr val="tx1"/>
                </a:solidFill>
                <a:latin typeface="Tenorite"/>
                <a:ea typeface="Segoe UI"/>
                <a:cs typeface="Segoe UI"/>
              </a:rPr>
              <a:t>                 </a:t>
            </a:r>
            <a:r>
              <a:rPr lang="es-ES" sz="1800" baseline="0" dirty="0">
                <a:solidFill>
                  <a:schemeClr val="tx1"/>
                </a:solidFill>
                <a:latin typeface="Tenorite"/>
                <a:ea typeface="Segoe UI"/>
                <a:cs typeface="Segoe UI"/>
              </a:rPr>
              <a:t>Cantidad:</a:t>
            </a:r>
            <a:r>
              <a:rPr lang="en-US" sz="1800" dirty="0">
                <a:solidFill>
                  <a:schemeClr val="tx1"/>
                </a:solidFill>
                <a:latin typeface="Tenorite"/>
                <a:ea typeface="Segoe UI"/>
                <a:cs typeface="Segoe UI"/>
              </a:rPr>
              <a:t>​</a:t>
            </a:r>
          </a:p>
          <a:p>
            <a:pPr>
              <a:lnSpc>
                <a:spcPts val="1500"/>
              </a:lnSpc>
            </a:pPr>
            <a:r>
              <a:rPr lang="es-ES" sz="1800" baseline="0" dirty="0">
                <a:solidFill>
                  <a:schemeClr val="tx1"/>
                </a:solidFill>
                <a:latin typeface="Tenorite"/>
                <a:ea typeface="Segoe UI"/>
                <a:cs typeface="Segoe UI"/>
              </a:rPr>
              <a:t>Asunto:    </a:t>
            </a:r>
            <a:r>
              <a:rPr lang="es-ES" dirty="0">
                <a:solidFill>
                  <a:schemeClr val="tx1"/>
                </a:solidFill>
                <a:latin typeface="Tenorite"/>
                <a:ea typeface="Segoe UI"/>
                <a:cs typeface="Segoe UI"/>
              </a:rPr>
              <a:t>                        </a:t>
            </a:r>
            <a:r>
              <a:rPr lang="es-ES" sz="1800" baseline="0" dirty="0">
                <a:solidFill>
                  <a:schemeClr val="tx1"/>
                </a:solidFill>
                <a:latin typeface="Tenorite"/>
                <a:ea typeface="Segoe UI"/>
                <a:cs typeface="Segoe UI"/>
              </a:rPr>
              <a:t>Adelanto:</a:t>
            </a:r>
            <a:r>
              <a:rPr lang="en-US" sz="1800" dirty="0">
                <a:solidFill>
                  <a:schemeClr val="tx1"/>
                </a:solidFill>
                <a:latin typeface="Tenorite"/>
                <a:ea typeface="Segoe UI"/>
                <a:cs typeface="Segoe UI"/>
              </a:rPr>
              <a:t>​</a:t>
            </a:r>
          </a:p>
          <a:p>
            <a:pPr rtl="0">
              <a:lnSpc>
                <a:spcPts val="1500"/>
              </a:lnSpc>
            </a:pPr>
            <a:r>
              <a:rPr lang="es-ES" sz="1800" dirty="0">
                <a:solidFill>
                  <a:schemeClr val="tx1"/>
                </a:solidFill>
                <a:latin typeface="Tenorite"/>
                <a:ea typeface="Segoe UI"/>
                <a:cs typeface="Segoe UI"/>
              </a:rPr>
              <a:t>​</a:t>
            </a:r>
          </a:p>
          <a:p>
            <a:pPr>
              <a:lnSpc>
                <a:spcPts val="1500"/>
              </a:lnSpc>
            </a:pPr>
            <a:endParaRPr lang="es-ES">
              <a:solidFill>
                <a:schemeClr val="tx1"/>
              </a:solidFill>
              <a:latin typeface="Tenorite"/>
              <a:ea typeface="Segoe UI"/>
              <a:cs typeface="Segoe UI"/>
            </a:endParaRPr>
          </a:p>
          <a:p>
            <a:pPr>
              <a:lnSpc>
                <a:spcPts val="1500"/>
              </a:lnSpc>
            </a:pPr>
            <a:endParaRPr lang="es-ES" dirty="0">
              <a:solidFill>
                <a:schemeClr val="tx1"/>
              </a:solidFill>
              <a:latin typeface="Tenorite"/>
              <a:ea typeface="Segoe UI"/>
              <a:cs typeface="Segoe UI"/>
            </a:endParaRPr>
          </a:p>
          <a:p>
            <a:pPr>
              <a:lnSpc>
                <a:spcPts val="1500"/>
              </a:lnSpc>
            </a:pPr>
            <a:endParaRPr lang="es-ES" dirty="0">
              <a:solidFill>
                <a:schemeClr val="tx1"/>
              </a:solidFill>
              <a:latin typeface="Tenorite"/>
              <a:ea typeface="Segoe UI"/>
              <a:cs typeface="Segoe UI"/>
            </a:endParaRPr>
          </a:p>
          <a:p>
            <a:pPr>
              <a:lnSpc>
                <a:spcPts val="1500"/>
              </a:lnSpc>
            </a:pPr>
            <a:r>
              <a:rPr lang="es-ES" sz="1800" baseline="0" dirty="0">
                <a:solidFill>
                  <a:schemeClr val="tx1"/>
                </a:solidFill>
                <a:latin typeface="Tenorite"/>
                <a:ea typeface="Segoe UI"/>
                <a:cs typeface="Segoe UI"/>
              </a:rPr>
              <a:t>Atrás </a:t>
            </a:r>
            <a:r>
              <a:rPr lang="es-ES" dirty="0">
                <a:solidFill>
                  <a:schemeClr val="tx1"/>
                </a:solidFill>
                <a:latin typeface="Tenorite"/>
                <a:ea typeface="Segoe UI"/>
                <a:cs typeface="Segoe UI"/>
              </a:rPr>
              <a:t>                                </a:t>
            </a:r>
            <a:r>
              <a:rPr lang="es-ES" sz="1800" baseline="0" dirty="0">
                <a:solidFill>
                  <a:schemeClr val="tx1"/>
                </a:solidFill>
                <a:latin typeface="Tenorite"/>
                <a:ea typeface="Segoe UI"/>
                <a:cs typeface="Segoe UI"/>
              </a:rPr>
              <a:t>Siguiente</a:t>
            </a:r>
            <a:endParaRPr lang="es-E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0006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92D586-3F7C-3202-E4F4-1F65B9A7D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365125"/>
            <a:ext cx="10363201" cy="1629601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Nuestra competencia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75DADF2-8E4D-6C0E-0FA2-C5228AF29C1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22250"/>
            <a:ext cx="4817533" cy="3747180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noProof="1"/>
              <a:t>El precio de nuestro producto es inferior al de otras empresas del mercado.</a:t>
            </a:r>
          </a:p>
          <a:p>
            <a:pPr rtl="0"/>
            <a:r>
              <a:rPr lang="es-ES" noProof="1"/>
              <a:t>El diseño es sencillo y fácil de usar, en comparación con los diseños complejos de los competidores.</a:t>
            </a:r>
          </a:p>
          <a:p>
            <a:pPr rtl="0"/>
            <a:r>
              <a:rPr lang="es-ES" noProof="1"/>
              <a:t>El principal atractivo de nuestro producto para nuestros consumidores es la asequibilidad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CFADA2D-CE7A-511E-45B9-EAF4FA520E3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284891" y="2022250"/>
            <a:ext cx="4992709" cy="3747180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noProof="1"/>
              <a:t>El producto de la empresa A es más caro</a:t>
            </a:r>
          </a:p>
          <a:p>
            <a:pPr rtl="0"/>
            <a:r>
              <a:rPr lang="es-ES" noProof="1"/>
              <a:t>El producto de las empresas B y C es costoso e incómodo de usar</a:t>
            </a:r>
          </a:p>
          <a:p>
            <a:pPr rtl="0"/>
            <a:r>
              <a:rPr lang="es-ES" noProof="1"/>
              <a:t>El producto de las empresas D y E es asequible, pero incómodo de usar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D4FFC83-A1E8-FCEA-2C47-38C5ADAEA1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fld id="{B5CEABB6-07DC-46E8-9B57-56EC44A396E5}" type="slidenum">
              <a:rPr lang="es-ES" smtClean="0"/>
              <a:pPr rtl="0"/>
              <a:t>8</a:t>
            </a:fld>
            <a:endParaRPr lang="es-ES" dirty="0"/>
          </a:p>
        </p:txBody>
      </p:sp>
      <p:pic>
        <p:nvPicPr>
          <p:cNvPr id="7" name="Marcador de contenido 4" descr="Fondo de caballo dibujado a mano | Foto Premium">
            <a:extLst>
              <a:ext uri="{FF2B5EF4-FFF2-40B4-BE49-F238E27FC236}">
                <a16:creationId xmlns:a16="http://schemas.microsoft.com/office/drawing/2014/main" id="{12BF7A84-585D-3CE6-FE21-C1F608C979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1" y="5167"/>
            <a:ext cx="12194346" cy="6852913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256709B9-903F-85F0-A6CD-921D9D695F8B}"/>
              </a:ext>
            </a:extLst>
          </p:cNvPr>
          <p:cNvSpPr txBox="1"/>
          <p:nvPr/>
        </p:nvSpPr>
        <p:spPr>
          <a:xfrm>
            <a:off x="3044740" y="361229"/>
            <a:ext cx="7882515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3200" i="1" dirty="0">
                <a:latin typeface="Book Antiqua"/>
              </a:rPr>
              <a:t>Pago realizado con excito </a:t>
            </a:r>
          </a:p>
        </p:txBody>
      </p:sp>
      <p:sp>
        <p:nvSpPr>
          <p:cNvPr id="10" name="Signo menos 9">
            <a:extLst>
              <a:ext uri="{FF2B5EF4-FFF2-40B4-BE49-F238E27FC236}">
                <a16:creationId xmlns:a16="http://schemas.microsoft.com/office/drawing/2014/main" id="{691C9C03-0692-34A6-516B-C3785766B7B3}"/>
              </a:ext>
            </a:extLst>
          </p:cNvPr>
          <p:cNvSpPr/>
          <p:nvPr/>
        </p:nvSpPr>
        <p:spPr>
          <a:xfrm>
            <a:off x="38975" y="5003891"/>
            <a:ext cx="2380155" cy="2478162"/>
          </a:xfrm>
          <a:prstGeom prst="mathMinus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5E0A336D-A588-74EE-27C5-4420B28748FC}"/>
              </a:ext>
            </a:extLst>
          </p:cNvPr>
          <p:cNvSpPr txBox="1"/>
          <p:nvPr/>
        </p:nvSpPr>
        <p:spPr>
          <a:xfrm>
            <a:off x="531802" y="6062370"/>
            <a:ext cx="140009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 b="1" dirty="0">
                <a:latin typeface="Bookman Old Style"/>
              </a:rPr>
              <a:t>Descargar</a:t>
            </a:r>
          </a:p>
        </p:txBody>
      </p:sp>
      <p:sp>
        <p:nvSpPr>
          <p:cNvPr id="13" name="Signo menos 12">
            <a:extLst>
              <a:ext uri="{FF2B5EF4-FFF2-40B4-BE49-F238E27FC236}">
                <a16:creationId xmlns:a16="http://schemas.microsoft.com/office/drawing/2014/main" id="{ACAE28DC-111D-0172-C21B-675958BB8BE4}"/>
              </a:ext>
            </a:extLst>
          </p:cNvPr>
          <p:cNvSpPr/>
          <p:nvPr/>
        </p:nvSpPr>
        <p:spPr>
          <a:xfrm>
            <a:off x="9821710" y="5003891"/>
            <a:ext cx="2380155" cy="2478162"/>
          </a:xfrm>
          <a:prstGeom prst="mathMinus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B7CAA4DF-695E-F339-90C0-1FA46B6616C0}"/>
              </a:ext>
            </a:extLst>
          </p:cNvPr>
          <p:cNvSpPr txBox="1"/>
          <p:nvPr/>
        </p:nvSpPr>
        <p:spPr>
          <a:xfrm>
            <a:off x="10572272" y="6062370"/>
            <a:ext cx="140009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 b="1" dirty="0">
                <a:latin typeface="Bookman Old Style"/>
              </a:rPr>
              <a:t>Salir...</a:t>
            </a:r>
          </a:p>
        </p:txBody>
      </p:sp>
      <p:sp>
        <p:nvSpPr>
          <p:cNvPr id="6" name="Rectángulo: esquina doblada 5">
            <a:extLst>
              <a:ext uri="{FF2B5EF4-FFF2-40B4-BE49-F238E27FC236}">
                <a16:creationId xmlns:a16="http://schemas.microsoft.com/office/drawing/2014/main" id="{88C84063-4712-91C2-3F9E-99093FAC60A3}"/>
              </a:ext>
            </a:extLst>
          </p:cNvPr>
          <p:cNvSpPr/>
          <p:nvPr/>
        </p:nvSpPr>
        <p:spPr>
          <a:xfrm>
            <a:off x="2212144" y="957758"/>
            <a:ext cx="5638299" cy="5096501"/>
          </a:xfrm>
          <a:prstGeom prst="foldedCorner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04FB828-1E0E-411E-FFB3-EE45BEA8AF53}"/>
              </a:ext>
            </a:extLst>
          </p:cNvPr>
          <p:cNvSpPr txBox="1"/>
          <p:nvPr/>
        </p:nvSpPr>
        <p:spPr>
          <a:xfrm>
            <a:off x="2312561" y="1172570"/>
            <a:ext cx="5029055" cy="50783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dirty="0"/>
              <a:t>         </a:t>
            </a:r>
            <a:endParaRPr lang="es-ES"/>
          </a:p>
          <a:p>
            <a:r>
              <a:rPr lang="es-ES" dirty="0"/>
              <a:t>             Comprobante – Factura</a:t>
            </a:r>
          </a:p>
          <a:p>
            <a:endParaRPr lang="es-ES" dirty="0"/>
          </a:p>
          <a:p>
            <a:endParaRPr lang="es-ES" dirty="0"/>
          </a:p>
          <a:p>
            <a:r>
              <a:rPr lang="es-ES" dirty="0"/>
              <a:t>Proveedor:                      Dirección de Entrega:</a:t>
            </a:r>
          </a:p>
          <a:p>
            <a:r>
              <a:rPr lang="es-ES" dirty="0"/>
              <a:t>Granja o rancho:                  Cliente:</a:t>
            </a:r>
          </a:p>
          <a:p>
            <a:r>
              <a:rPr lang="es-ES" dirty="0"/>
              <a:t>Tel.                                        Tel.</a:t>
            </a:r>
          </a:p>
          <a:p>
            <a:r>
              <a:rPr lang="es-ES" dirty="0"/>
              <a:t>Dirección:                             Dirección:</a:t>
            </a:r>
          </a:p>
          <a:p>
            <a:r>
              <a:rPr lang="es-ES" dirty="0"/>
              <a:t>Ciudad:                                 Ciudad:</a:t>
            </a:r>
          </a:p>
          <a:p>
            <a:endParaRPr lang="es-ES" dirty="0"/>
          </a:p>
          <a:p>
            <a:r>
              <a:rPr lang="es-ES" dirty="0"/>
              <a:t>Fecha venta / Fecha entrega</a:t>
            </a:r>
          </a:p>
          <a:p>
            <a:endParaRPr lang="es-ES" dirty="0"/>
          </a:p>
          <a:p>
            <a:r>
              <a:rPr lang="es-ES" dirty="0"/>
              <a:t>Productos:               Cerdos 1 …...............$200</a:t>
            </a:r>
          </a:p>
          <a:p>
            <a:r>
              <a:rPr lang="es-ES" dirty="0"/>
              <a:t>                                Gallinas 2 …..............$90</a:t>
            </a:r>
          </a:p>
          <a:p>
            <a:r>
              <a:rPr lang="es-ES" dirty="0"/>
              <a:t>Monto total:…...........................................$290</a:t>
            </a:r>
          </a:p>
          <a:p>
            <a:r>
              <a:rPr lang="es-ES" dirty="0"/>
              <a:t>Autorización:                                      Otros:</a:t>
            </a:r>
          </a:p>
          <a:p>
            <a:endParaRPr lang="es-ES" dirty="0"/>
          </a:p>
          <a:p>
            <a:r>
              <a:rPr lang="es-ES" dirty="0"/>
              <a:t>Fecha:</a:t>
            </a:r>
          </a:p>
        </p:txBody>
      </p:sp>
      <p:pic>
        <p:nvPicPr>
          <p:cNvPr id="15" name="Imagen 14" descr="Imagen que contiene Texto">
            <a:extLst>
              <a:ext uri="{FF2B5EF4-FFF2-40B4-BE49-F238E27FC236}">
                <a16:creationId xmlns:a16="http://schemas.microsoft.com/office/drawing/2014/main" id="{EFEF37A9-FBDB-3FF4-0849-3C34723D72F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8169" t="13490" r="18587" b="18461"/>
          <a:stretch>
            <a:fillRect/>
          </a:stretch>
        </p:blipFill>
        <p:spPr>
          <a:xfrm>
            <a:off x="5983754" y="1135587"/>
            <a:ext cx="1760464" cy="1157988"/>
          </a:xfrm>
          <a:prstGeom prst="ellipse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304034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20BE4E-9B93-EE42-3131-B86FDC534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 descr="Fondo de caballo dibujado a mano | Foto Premium">
            <a:extLst>
              <a:ext uri="{FF2B5EF4-FFF2-40B4-BE49-F238E27FC236}">
                <a16:creationId xmlns:a16="http://schemas.microsoft.com/office/drawing/2014/main" id="{ABD903BD-47E3-31C4-9751-E24D92C40AC7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4141" y="5167"/>
            <a:ext cx="12194346" cy="6852913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F0BDFFB-FC75-5532-0FFC-46700BD4D2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rtl="0"/>
            <a:fld id="{B5CEABB6-07DC-46E8-9B57-56EC44A396E5}" type="slidenum">
              <a:rPr lang="es-ES" smtClean="0"/>
              <a:pPr rtl="0"/>
              <a:t>9</a:t>
            </a:fld>
            <a:endParaRPr lang="es-ES" dirty="0"/>
          </a:p>
        </p:txBody>
      </p:sp>
      <p:sp>
        <p:nvSpPr>
          <p:cNvPr id="6" name="Diagrama de flujo: terminador 5">
            <a:extLst>
              <a:ext uri="{FF2B5EF4-FFF2-40B4-BE49-F238E27FC236}">
                <a16:creationId xmlns:a16="http://schemas.microsoft.com/office/drawing/2014/main" id="{7B9D48AA-C385-B95C-F7C6-29A15618E11C}"/>
              </a:ext>
            </a:extLst>
          </p:cNvPr>
          <p:cNvSpPr/>
          <p:nvPr/>
        </p:nvSpPr>
        <p:spPr>
          <a:xfrm>
            <a:off x="6079782" y="163129"/>
            <a:ext cx="4325606" cy="602039"/>
          </a:xfrm>
          <a:prstGeom prst="flowChartTermina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7" name="Imagen 6" descr="Baixar lupa, pesquisa, ícone de zoom em fundo branco gratuitamente ...">
            <a:extLst>
              <a:ext uri="{FF2B5EF4-FFF2-40B4-BE49-F238E27FC236}">
                <a16:creationId xmlns:a16="http://schemas.microsoft.com/office/drawing/2014/main" id="{7A5C85BE-C2FE-B654-0A5A-0FA79B3AC2C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92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104000"/>
                    </a14:imgEffect>
                  </a14:imgLayer>
                </a14:imgProps>
              </a:ext>
            </a:extLst>
          </a:blip>
          <a:srcRect l="27742" t="23463" r="25806" b="30367"/>
          <a:stretch>
            <a:fillRect/>
          </a:stretch>
        </p:blipFill>
        <p:spPr>
          <a:xfrm>
            <a:off x="9768996" y="257640"/>
            <a:ext cx="403463" cy="396528"/>
          </a:xfrm>
          <a:prstGeom prst="rect">
            <a:avLst/>
          </a:prstGeom>
        </p:spPr>
      </p:pic>
      <p:pic>
        <p:nvPicPr>
          <p:cNvPr id="3" name="Imagen 2" descr="Imagen que contiene Texto">
            <a:extLst>
              <a:ext uri="{FF2B5EF4-FFF2-40B4-BE49-F238E27FC236}">
                <a16:creationId xmlns:a16="http://schemas.microsoft.com/office/drawing/2014/main" id="{F2B3A614-464A-8971-6B00-F458167FBDF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8169" t="13490" r="18587" b="18461"/>
          <a:stretch>
            <a:fillRect/>
          </a:stretch>
        </p:blipFill>
        <p:spPr>
          <a:xfrm>
            <a:off x="680647" y="260317"/>
            <a:ext cx="2213544" cy="1384528"/>
          </a:xfrm>
          <a:prstGeom prst="ellipse">
            <a:avLst/>
          </a:prstGeom>
          <a:ln>
            <a:noFill/>
          </a:ln>
        </p:spPr>
      </p:pic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99EE874C-0ACA-B553-6946-7068D12D75D0}"/>
              </a:ext>
            </a:extLst>
          </p:cNvPr>
          <p:cNvSpPr/>
          <p:nvPr/>
        </p:nvSpPr>
        <p:spPr>
          <a:xfrm>
            <a:off x="946601" y="2296098"/>
            <a:ext cx="3198337" cy="52649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CEB217B6-EC65-3EE2-3E7A-CC1B03324C41}"/>
              </a:ext>
            </a:extLst>
          </p:cNvPr>
          <p:cNvSpPr/>
          <p:nvPr/>
        </p:nvSpPr>
        <p:spPr>
          <a:xfrm>
            <a:off x="946599" y="3170156"/>
            <a:ext cx="3220750" cy="52649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28EA8077-B039-1013-87F0-582AB7CA0308}"/>
              </a:ext>
            </a:extLst>
          </p:cNvPr>
          <p:cNvSpPr/>
          <p:nvPr/>
        </p:nvSpPr>
        <p:spPr>
          <a:xfrm>
            <a:off x="957802" y="4066626"/>
            <a:ext cx="3198339" cy="52649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E53E9988-2CA3-5EB8-1BE7-5952AE6E94DE}"/>
              </a:ext>
            </a:extLst>
          </p:cNvPr>
          <p:cNvSpPr txBox="1"/>
          <p:nvPr/>
        </p:nvSpPr>
        <p:spPr>
          <a:xfrm>
            <a:off x="921315" y="4068625"/>
            <a:ext cx="1736113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 sz="2800" dirty="0">
                <a:latin typeface="Batang"/>
                <a:ea typeface="Batang"/>
              </a:rPr>
              <a:t>Cultivos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036C7FDE-E5CC-C8A3-70B3-985B64ACC4C9}"/>
              </a:ext>
            </a:extLst>
          </p:cNvPr>
          <p:cNvSpPr txBox="1"/>
          <p:nvPr/>
        </p:nvSpPr>
        <p:spPr>
          <a:xfrm>
            <a:off x="912904" y="2296047"/>
            <a:ext cx="224884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 sz="2800" dirty="0">
                <a:latin typeface="Batang"/>
                <a:ea typeface="Batang"/>
              </a:rPr>
              <a:t>Animales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1D49C2DC-8DB1-D063-36A0-3F4AE100A07B}"/>
              </a:ext>
            </a:extLst>
          </p:cNvPr>
          <p:cNvSpPr txBox="1"/>
          <p:nvPr/>
        </p:nvSpPr>
        <p:spPr>
          <a:xfrm>
            <a:off x="795256" y="3236981"/>
            <a:ext cx="1604902" cy="2043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s-ES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AF98C56D-D817-41C1-D1A3-10AD1A5110D9}"/>
              </a:ext>
            </a:extLst>
          </p:cNvPr>
          <p:cNvSpPr txBox="1"/>
          <p:nvPr/>
        </p:nvSpPr>
        <p:spPr>
          <a:xfrm>
            <a:off x="912878" y="3175363"/>
            <a:ext cx="327698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2800" dirty="0">
                <a:latin typeface="Batang"/>
                <a:ea typeface="Batang"/>
              </a:rPr>
              <a:t>Productos Animal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BB9E15A6-F6CC-5D14-AFB6-069A42751A5D}"/>
              </a:ext>
            </a:extLst>
          </p:cNvPr>
          <p:cNvSpPr txBox="1"/>
          <p:nvPr/>
        </p:nvSpPr>
        <p:spPr>
          <a:xfrm>
            <a:off x="1024862" y="5787993"/>
            <a:ext cx="404626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2400" dirty="0"/>
              <a:t>Contacto:</a:t>
            </a:r>
            <a:r>
              <a:rPr lang="es-ES" dirty="0"/>
              <a:t> </a:t>
            </a:r>
            <a:r>
              <a:rPr lang="es-ES" sz="2000" dirty="0"/>
              <a:t>tel. 298 – 138 - 5607</a:t>
            </a:r>
          </a:p>
        </p:txBody>
      </p:sp>
    </p:spTree>
    <p:extLst>
      <p:ext uri="{BB962C8B-B14F-4D97-AF65-F5344CB8AC3E}">
        <p14:creationId xmlns:p14="http://schemas.microsoft.com/office/powerpoint/2010/main" val="34202880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F5B8E-5807-D08D-71D4-A4442B858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 descr="Fondo de caballo dibujado a mano | Foto Premium">
            <a:extLst>
              <a:ext uri="{FF2B5EF4-FFF2-40B4-BE49-F238E27FC236}">
                <a16:creationId xmlns:a16="http://schemas.microsoft.com/office/drawing/2014/main" id="{4E2185C7-830F-D827-B13D-13355840DBC4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4141" y="5167"/>
            <a:ext cx="12194346" cy="6852913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C04F04F-F38D-5EC4-4360-613386C0D8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rtl="0"/>
            <a:fld id="{B5CEABB6-07DC-46E8-9B57-56EC44A396E5}" type="slidenum">
              <a:rPr lang="es-ES" smtClean="0"/>
              <a:pPr rtl="0"/>
              <a:t>10</a:t>
            </a:fld>
            <a:endParaRPr lang="es-ES" dirty="0"/>
          </a:p>
        </p:txBody>
      </p:sp>
      <p:sp>
        <p:nvSpPr>
          <p:cNvPr id="6" name="Diagrama de flujo: terminador 5">
            <a:extLst>
              <a:ext uri="{FF2B5EF4-FFF2-40B4-BE49-F238E27FC236}">
                <a16:creationId xmlns:a16="http://schemas.microsoft.com/office/drawing/2014/main" id="{24ECFB94-079E-390B-1B2F-FDE7F00CE90C}"/>
              </a:ext>
            </a:extLst>
          </p:cNvPr>
          <p:cNvSpPr/>
          <p:nvPr/>
        </p:nvSpPr>
        <p:spPr>
          <a:xfrm>
            <a:off x="6079782" y="163129"/>
            <a:ext cx="4325606" cy="602039"/>
          </a:xfrm>
          <a:prstGeom prst="flowChartTermina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7" name="Imagen 6" descr="Baixar lupa, pesquisa, ícone de zoom em fundo branco gratuitamente ...">
            <a:extLst>
              <a:ext uri="{FF2B5EF4-FFF2-40B4-BE49-F238E27FC236}">
                <a16:creationId xmlns:a16="http://schemas.microsoft.com/office/drawing/2014/main" id="{4EB3F0EA-04C1-2A7B-C459-6649394BAD0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92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104000"/>
                    </a14:imgEffect>
                  </a14:imgLayer>
                </a14:imgProps>
              </a:ext>
            </a:extLst>
          </a:blip>
          <a:srcRect l="27742" t="23463" r="25806" b="30367"/>
          <a:stretch>
            <a:fillRect/>
          </a:stretch>
        </p:blipFill>
        <p:spPr>
          <a:xfrm>
            <a:off x="9768996" y="257640"/>
            <a:ext cx="403463" cy="396528"/>
          </a:xfrm>
          <a:prstGeom prst="rect">
            <a:avLst/>
          </a:prstGeom>
        </p:spPr>
      </p:pic>
      <p:pic>
        <p:nvPicPr>
          <p:cNvPr id="3" name="Imagen 2" descr="Imagen que contiene Texto">
            <a:extLst>
              <a:ext uri="{FF2B5EF4-FFF2-40B4-BE49-F238E27FC236}">
                <a16:creationId xmlns:a16="http://schemas.microsoft.com/office/drawing/2014/main" id="{7D82669D-8F62-4488-3C92-DE89E5D0E35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8169" t="13490" r="18587" b="18461"/>
          <a:stretch>
            <a:fillRect/>
          </a:stretch>
        </p:blipFill>
        <p:spPr>
          <a:xfrm>
            <a:off x="680647" y="260317"/>
            <a:ext cx="2213544" cy="1384528"/>
          </a:xfrm>
          <a:prstGeom prst="ellipse">
            <a:avLst/>
          </a:prstGeom>
          <a:ln>
            <a:noFill/>
          </a:ln>
        </p:spPr>
      </p:pic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D44606B0-A4F9-2DC9-62CF-6D0215866F91}"/>
              </a:ext>
            </a:extLst>
          </p:cNvPr>
          <p:cNvSpPr/>
          <p:nvPr/>
        </p:nvSpPr>
        <p:spPr>
          <a:xfrm>
            <a:off x="771547" y="2296098"/>
            <a:ext cx="2178905" cy="52649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87B28E6C-BEBA-43E0-34E4-4CE8EDEEAA28}"/>
              </a:ext>
            </a:extLst>
          </p:cNvPr>
          <p:cNvSpPr/>
          <p:nvPr/>
        </p:nvSpPr>
        <p:spPr>
          <a:xfrm>
            <a:off x="771545" y="4251372"/>
            <a:ext cx="2118940" cy="52649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9F19DD8E-D1F4-B3DA-084A-C4E5A5234DB0}"/>
              </a:ext>
            </a:extLst>
          </p:cNvPr>
          <p:cNvSpPr/>
          <p:nvPr/>
        </p:nvSpPr>
        <p:spPr>
          <a:xfrm>
            <a:off x="504721" y="6012816"/>
            <a:ext cx="1725826" cy="52649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205D9B46-9F09-6593-896C-25239FBBB0A7}"/>
              </a:ext>
            </a:extLst>
          </p:cNvPr>
          <p:cNvSpPr txBox="1"/>
          <p:nvPr/>
        </p:nvSpPr>
        <p:spPr>
          <a:xfrm>
            <a:off x="509423" y="6004516"/>
            <a:ext cx="1736113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 sz="2800" dirty="0">
                <a:latin typeface="Batang"/>
                <a:ea typeface="Batang"/>
              </a:rPr>
              <a:t>Comprar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FD6EFFC6-7F66-CFD0-245B-E7307FBC8D65}"/>
              </a:ext>
            </a:extLst>
          </p:cNvPr>
          <p:cNvSpPr txBox="1"/>
          <p:nvPr/>
        </p:nvSpPr>
        <p:spPr>
          <a:xfrm>
            <a:off x="706958" y="2296047"/>
            <a:ext cx="224884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 sz="2800" dirty="0">
                <a:latin typeface="Batang"/>
                <a:ea typeface="Batang"/>
              </a:rPr>
              <a:t>Huevos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0A8E28C9-90CA-12A1-FACA-823168B2E794}"/>
              </a:ext>
            </a:extLst>
          </p:cNvPr>
          <p:cNvSpPr txBox="1"/>
          <p:nvPr/>
        </p:nvSpPr>
        <p:spPr>
          <a:xfrm>
            <a:off x="795256" y="3236981"/>
            <a:ext cx="1604902" cy="2043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s-ES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F1F30125-1660-956E-FDEA-14FE6DCD6F61}"/>
              </a:ext>
            </a:extLst>
          </p:cNvPr>
          <p:cNvSpPr txBox="1"/>
          <p:nvPr/>
        </p:nvSpPr>
        <p:spPr>
          <a:xfrm>
            <a:off x="768716" y="4246282"/>
            <a:ext cx="327698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2800" dirty="0">
                <a:latin typeface="Batang"/>
                <a:ea typeface="Batang"/>
              </a:rPr>
              <a:t>Leche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03E5F6EA-E3E3-E939-365B-04CA5547E1E3}"/>
              </a:ext>
            </a:extLst>
          </p:cNvPr>
          <p:cNvSpPr txBox="1"/>
          <p:nvPr/>
        </p:nvSpPr>
        <p:spPr>
          <a:xfrm>
            <a:off x="6670537" y="260376"/>
            <a:ext cx="286693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2400" i="1" dirty="0">
                <a:latin typeface="Batang"/>
                <a:ea typeface="Batang"/>
              </a:rPr>
              <a:t>Productos Animal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E0237C02-916D-9D60-8CBB-1AA1C8A611C2}"/>
              </a:ext>
            </a:extLst>
          </p:cNvPr>
          <p:cNvSpPr txBox="1"/>
          <p:nvPr/>
        </p:nvSpPr>
        <p:spPr>
          <a:xfrm>
            <a:off x="3670143" y="2236682"/>
            <a:ext cx="428534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dirty="0"/>
              <a:t>Precio por cono …......................... $75 c/u</a:t>
            </a:r>
          </a:p>
          <a:p>
            <a:r>
              <a:rPr lang="es-ES" dirty="0"/>
              <a:t>Precio por pieza …........................ $4 c/u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CADBE44F-BE66-92A1-18C5-FABE926463F3}"/>
              </a:ext>
            </a:extLst>
          </p:cNvPr>
          <p:cNvSpPr txBox="1"/>
          <p:nvPr/>
        </p:nvSpPr>
        <p:spPr>
          <a:xfrm>
            <a:off x="3670144" y="4182871"/>
            <a:ext cx="428534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dirty="0"/>
              <a:t>Precio por galón (5L)…..................$50 c/u</a:t>
            </a:r>
          </a:p>
          <a:p>
            <a:r>
              <a:rPr lang="es-ES" dirty="0"/>
              <a:t>Precio por litro …........................... $ 10c/u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6459463C-D9B1-4861-6D89-4D6590E34222}"/>
              </a:ext>
            </a:extLst>
          </p:cNvPr>
          <p:cNvSpPr txBox="1"/>
          <p:nvPr/>
        </p:nvSpPr>
        <p:spPr>
          <a:xfrm>
            <a:off x="3453901" y="5315572"/>
            <a:ext cx="1659534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2000" b="1" dirty="0">
                <a:latin typeface="Arial"/>
                <a:cs typeface="Arial"/>
              </a:rPr>
              <a:t>Puntuación:</a:t>
            </a:r>
            <a:r>
              <a:rPr lang="es-ES" dirty="0"/>
              <a:t> </a:t>
            </a:r>
          </a:p>
        </p:txBody>
      </p:sp>
      <p:sp>
        <p:nvSpPr>
          <p:cNvPr id="20" name="Estrella: 5 puntas 19">
            <a:extLst>
              <a:ext uri="{FF2B5EF4-FFF2-40B4-BE49-F238E27FC236}">
                <a16:creationId xmlns:a16="http://schemas.microsoft.com/office/drawing/2014/main" id="{43AB0A5A-2A57-9EE4-02D6-B5BB3E74E354}"/>
              </a:ext>
            </a:extLst>
          </p:cNvPr>
          <p:cNvSpPr/>
          <p:nvPr/>
        </p:nvSpPr>
        <p:spPr>
          <a:xfrm>
            <a:off x="5384301" y="5314813"/>
            <a:ext cx="373198" cy="347460"/>
          </a:xfrm>
          <a:prstGeom prst="star5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1" name="Estrella: 5 puntas 20">
            <a:extLst>
              <a:ext uri="{FF2B5EF4-FFF2-40B4-BE49-F238E27FC236}">
                <a16:creationId xmlns:a16="http://schemas.microsoft.com/office/drawing/2014/main" id="{D4646033-88A7-0A08-CD70-A43EDC32437D}"/>
              </a:ext>
            </a:extLst>
          </p:cNvPr>
          <p:cNvSpPr/>
          <p:nvPr/>
        </p:nvSpPr>
        <p:spPr>
          <a:xfrm>
            <a:off x="5734409" y="5314813"/>
            <a:ext cx="373198" cy="347460"/>
          </a:xfrm>
          <a:prstGeom prst="star5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2" name="Estrella: 5 puntas 21">
            <a:extLst>
              <a:ext uri="{FF2B5EF4-FFF2-40B4-BE49-F238E27FC236}">
                <a16:creationId xmlns:a16="http://schemas.microsoft.com/office/drawing/2014/main" id="{D7783767-7034-D601-4D24-984FD6BA8E47}"/>
              </a:ext>
            </a:extLst>
          </p:cNvPr>
          <p:cNvSpPr/>
          <p:nvPr/>
        </p:nvSpPr>
        <p:spPr>
          <a:xfrm>
            <a:off x="6105112" y="5314813"/>
            <a:ext cx="373198" cy="347460"/>
          </a:xfrm>
          <a:prstGeom prst="star5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3" name="Estrella: 5 puntas 22">
            <a:extLst>
              <a:ext uri="{FF2B5EF4-FFF2-40B4-BE49-F238E27FC236}">
                <a16:creationId xmlns:a16="http://schemas.microsoft.com/office/drawing/2014/main" id="{FF52CB30-0BB3-756A-FE1F-886F4F8BF25C}"/>
              </a:ext>
            </a:extLst>
          </p:cNvPr>
          <p:cNvSpPr/>
          <p:nvPr/>
        </p:nvSpPr>
        <p:spPr>
          <a:xfrm>
            <a:off x="6486112" y="5314813"/>
            <a:ext cx="373198" cy="347460"/>
          </a:xfrm>
          <a:prstGeom prst="star5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4" name="Estrella: 5 puntas 23">
            <a:extLst>
              <a:ext uri="{FF2B5EF4-FFF2-40B4-BE49-F238E27FC236}">
                <a16:creationId xmlns:a16="http://schemas.microsoft.com/office/drawing/2014/main" id="{00BD1B0D-8C0B-1C8C-7ABF-016D938291B8}"/>
              </a:ext>
            </a:extLst>
          </p:cNvPr>
          <p:cNvSpPr/>
          <p:nvPr/>
        </p:nvSpPr>
        <p:spPr>
          <a:xfrm>
            <a:off x="6856814" y="5314812"/>
            <a:ext cx="373198" cy="347460"/>
          </a:xfrm>
          <a:prstGeom prst="star5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8" name="Signo menos 27">
            <a:extLst>
              <a:ext uri="{FF2B5EF4-FFF2-40B4-BE49-F238E27FC236}">
                <a16:creationId xmlns:a16="http://schemas.microsoft.com/office/drawing/2014/main" id="{D0124952-1AED-FF12-EF2C-85350BAB4718}"/>
              </a:ext>
            </a:extLst>
          </p:cNvPr>
          <p:cNvSpPr/>
          <p:nvPr/>
        </p:nvSpPr>
        <p:spPr>
          <a:xfrm>
            <a:off x="8891718" y="5382201"/>
            <a:ext cx="3472227" cy="1946127"/>
          </a:xfrm>
          <a:prstGeom prst="mathMinus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002C099F-B29D-4A3A-1352-178FE31A630F}"/>
              </a:ext>
            </a:extLst>
          </p:cNvPr>
          <p:cNvSpPr txBox="1"/>
          <p:nvPr/>
        </p:nvSpPr>
        <p:spPr>
          <a:xfrm>
            <a:off x="9533498" y="6169157"/>
            <a:ext cx="163810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dirty="0"/>
              <a:t>Mensajes …..</a:t>
            </a:r>
          </a:p>
        </p:txBody>
      </p:sp>
    </p:spTree>
    <p:extLst>
      <p:ext uri="{BB962C8B-B14F-4D97-AF65-F5344CB8AC3E}">
        <p14:creationId xmlns:p14="http://schemas.microsoft.com/office/powerpoint/2010/main" val="41898264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C4842-895E-49A8-8579-BF240C970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74DD06-A1BC-0929-593C-496B300E7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sz="3200"/>
              <a:t>Problema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EB0E963-B2DE-C38A-DF3F-EEF0E18728C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653987" y="2011363"/>
            <a:ext cx="7526868" cy="4155757"/>
          </a:xfrm>
        </p:spPr>
        <p:txBody>
          <a:bodyPr rtlCol="0"/>
          <a:lstStyle>
            <a:defPPr>
              <a:defRPr lang="es-ES"/>
            </a:defPPr>
          </a:lstStyle>
          <a:p>
            <a:pPr marL="228600" indent="-228600" rtl="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sz="2000" b="1" cap="none" dirty="0"/>
              <a:t>Brecha de mercado</a:t>
            </a:r>
            <a:r>
              <a:rPr lang="es-ES" sz="2000" cap="none" dirty="0"/>
              <a:t>: pocos productos en el mercado, si es que hay alguno, ayudan a los clientes como lo hacemos nosotros</a:t>
            </a:r>
            <a:endParaRPr lang="es-ES" sz="2000" cap="none" dirty="0">
              <a:cs typeface="Calibri"/>
            </a:endParaRPr>
          </a:p>
          <a:p>
            <a:pPr marL="228600" indent="-228600" rtl="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sz="2000" b="1" cap="none" dirty="0"/>
              <a:t>Clientes</a:t>
            </a:r>
            <a:r>
              <a:rPr lang="es-ES" sz="2000" cap="none" dirty="0"/>
              <a:t>: El 66 % de los consumidores de EE. UU. invierte dinero en varios productos que solo resuelven su problema de manera parcial.</a:t>
            </a:r>
          </a:p>
          <a:p>
            <a:pPr marL="228600" indent="-228600" rtl="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sz="2000" b="1" cap="none" dirty="0"/>
              <a:t>Finanzas</a:t>
            </a:r>
            <a:r>
              <a:rPr lang="es-ES" sz="2000" cap="none" dirty="0"/>
              <a:t>:</a:t>
            </a:r>
            <a:r>
              <a:rPr lang="es-ES" sz="2000" b="1" cap="none" dirty="0"/>
              <a:t> </a:t>
            </a:r>
            <a:r>
              <a:rPr lang="es-ES" sz="2000" cap="none" dirty="0">
                <a:ea typeface="+mn-lt"/>
                <a:cs typeface="+mn-lt"/>
              </a:rPr>
              <a:t>los </a:t>
            </a:r>
            <a:r>
              <a:rPr lang="es-ES" sz="2000" cap="none" dirty="0" err="1">
                <a:ea typeface="+mn-lt"/>
                <a:cs typeface="+mn-lt"/>
              </a:rPr>
              <a:t>millennials</a:t>
            </a:r>
            <a:r>
              <a:rPr lang="es-ES" sz="2000" cap="none" dirty="0">
                <a:ea typeface="+mn-lt"/>
                <a:cs typeface="+mn-lt"/>
              </a:rPr>
              <a:t> representan aproximadamente un cuarto de los 48 mil millones de dólares invertidos en 2018 en otros productos</a:t>
            </a:r>
            <a:endParaRPr lang="es-ES" sz="2000" cap="none" dirty="0">
              <a:cs typeface="Calibri" panose="020F0502020204030204"/>
            </a:endParaRPr>
          </a:p>
          <a:p>
            <a:pPr marL="228600" indent="-228600" rtl="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sz="2000" b="1" cap="none" dirty="0"/>
              <a:t>Costes</a:t>
            </a:r>
            <a:r>
              <a:rPr lang="es-ES" sz="2000" cap="none" dirty="0"/>
              <a:t>: pérdida de productividad que cuesta a los consumidores miles de dólares </a:t>
            </a:r>
            <a:endParaRPr lang="es-ES" sz="2000" cap="none" dirty="0">
              <a:cs typeface="Calibri" panose="020F0502020204030204"/>
            </a:endParaRPr>
          </a:p>
          <a:p>
            <a:pPr marL="228600" indent="-228600" rtl="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sz="2000" b="1" cap="none" dirty="0"/>
              <a:t>Facilidad de uso</a:t>
            </a:r>
            <a:r>
              <a:rPr lang="es-ES" sz="2000" cap="none" dirty="0"/>
              <a:t>: los clientes quieren algo fácil de usar que ayude a facilitar su vida </a:t>
            </a:r>
            <a:endParaRPr lang="es-ES" sz="2000" cap="none" dirty="0">
              <a:cs typeface="Calibri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4AE3EEC-025B-F989-565D-E9DDC5AFA1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B5CEABB6-07DC-46E8-9B57-56EC44A396E5}" type="slidenum">
              <a:rPr lang="es-ES" smtClean="0"/>
              <a:pPr rtl="0"/>
              <a:t>11</a:t>
            </a:fld>
            <a:endParaRPr lang="es-ES" dirty="0"/>
          </a:p>
        </p:txBody>
      </p:sp>
      <p:pic>
        <p:nvPicPr>
          <p:cNvPr id="6" name="Marcador de contenido 4" descr="Fondo de caballo dibujado a mano | Foto Premium">
            <a:extLst>
              <a:ext uri="{FF2B5EF4-FFF2-40B4-BE49-F238E27FC236}">
                <a16:creationId xmlns:a16="http://schemas.microsoft.com/office/drawing/2014/main" id="{29ACF661-C84B-CFC2-CBFC-2AFA31527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1" y="5167"/>
            <a:ext cx="12194346" cy="6852913"/>
          </a:xfrm>
          <a:prstGeom prst="rect">
            <a:avLst/>
          </a:prstGeom>
        </p:spPr>
      </p:pic>
      <p:pic>
        <p:nvPicPr>
          <p:cNvPr id="8" name="Imagen 7" descr="Imagen que contiene Texto">
            <a:extLst>
              <a:ext uri="{FF2B5EF4-FFF2-40B4-BE49-F238E27FC236}">
                <a16:creationId xmlns:a16="http://schemas.microsoft.com/office/drawing/2014/main" id="{6643D1EB-C9E8-5BE2-A1A8-3D0730EFDB4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8169" t="13490" r="18587" b="18461"/>
          <a:stretch>
            <a:fillRect/>
          </a:stretch>
        </p:blipFill>
        <p:spPr>
          <a:xfrm>
            <a:off x="680647" y="260317"/>
            <a:ext cx="2213544" cy="1384528"/>
          </a:xfrm>
          <a:prstGeom prst="ellipse">
            <a:avLst/>
          </a:prstGeom>
          <a:ln>
            <a:noFill/>
          </a:ln>
        </p:spPr>
      </p:pic>
      <p:sp>
        <p:nvSpPr>
          <p:cNvPr id="9" name="Pergamino: horizontal 8">
            <a:extLst>
              <a:ext uri="{FF2B5EF4-FFF2-40B4-BE49-F238E27FC236}">
                <a16:creationId xmlns:a16="http://schemas.microsoft.com/office/drawing/2014/main" id="{F597BD74-4A01-5757-E574-3B55A6BECB91}"/>
              </a:ext>
            </a:extLst>
          </p:cNvPr>
          <p:cNvSpPr/>
          <p:nvPr/>
        </p:nvSpPr>
        <p:spPr>
          <a:xfrm>
            <a:off x="4407235" y="260220"/>
            <a:ext cx="3396580" cy="923959"/>
          </a:xfrm>
          <a:prstGeom prst="horizontalScroll">
            <a:avLst/>
          </a:prstGeom>
          <a:solidFill>
            <a:srgbClr val="D6A66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600" b="1" i="1" dirty="0">
                <a:latin typeface="Angsana New"/>
                <a:cs typeface="Angsana New"/>
              </a:rPr>
              <a:t>Regístrate</a:t>
            </a:r>
            <a:endParaRPr lang="es-ES" sz="3600" b="1" u="sng" dirty="0">
              <a:latin typeface="Angsana New"/>
              <a:cs typeface="Angsana New"/>
            </a:endParaRPr>
          </a:p>
        </p:txBody>
      </p:sp>
      <p:sp>
        <p:nvSpPr>
          <p:cNvPr id="18" name="Rectángulo: esquina doblada 17">
            <a:extLst>
              <a:ext uri="{FF2B5EF4-FFF2-40B4-BE49-F238E27FC236}">
                <a16:creationId xmlns:a16="http://schemas.microsoft.com/office/drawing/2014/main" id="{6AD73901-807A-9A46-16E6-6E7C7354D26F}"/>
              </a:ext>
            </a:extLst>
          </p:cNvPr>
          <p:cNvSpPr/>
          <p:nvPr/>
        </p:nvSpPr>
        <p:spPr>
          <a:xfrm>
            <a:off x="3456539" y="1441810"/>
            <a:ext cx="3903587" cy="4628815"/>
          </a:xfrm>
          <a:prstGeom prst="foldedCorner">
            <a:avLst/>
          </a:prstGeom>
          <a:solidFill>
            <a:srgbClr val="F3DBB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 rtl="0">
              <a:defRPr lang="es-ES"/>
            </a:defPPr>
            <a:lvl1pPr marL="0" algn="l" defTabSz="914400" rtl="0" eaLnBrk="1" latinLnBrk="0" hangingPunct="1">
              <a:defRPr lang="es-ES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lang="es-ES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es-ES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es-ES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es-ES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es-ES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es-ES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es-ES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lang="es-ES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lnSpc>
                <a:spcPts val="1500"/>
              </a:lnSpc>
            </a:pPr>
            <a:r>
              <a:rPr lang="es-ES" sz="1800" baseline="0" dirty="0">
                <a:solidFill>
                  <a:schemeClr val="tx1"/>
                </a:solidFill>
                <a:latin typeface="Tenorite"/>
                <a:ea typeface="Segoe UI"/>
                <a:cs typeface="Segoe UI"/>
              </a:rPr>
              <a:t>Nombre:</a:t>
            </a:r>
            <a:r>
              <a:rPr lang="en-US" sz="1800" dirty="0">
                <a:solidFill>
                  <a:schemeClr val="tx1"/>
                </a:solidFill>
                <a:latin typeface="Tenorite"/>
                <a:ea typeface="Segoe UI"/>
                <a:cs typeface="Segoe UI"/>
              </a:rPr>
              <a:t>​</a:t>
            </a:r>
          </a:p>
          <a:p>
            <a:pPr rtl="0">
              <a:lnSpc>
                <a:spcPts val="1500"/>
              </a:lnSpc>
            </a:pPr>
            <a:r>
              <a:rPr lang="es-ES" sz="1800" baseline="0" dirty="0">
                <a:solidFill>
                  <a:schemeClr val="tx1"/>
                </a:solidFill>
                <a:latin typeface="Tenorite"/>
                <a:ea typeface="Segoe UI"/>
                <a:cs typeface="Segoe UI"/>
              </a:rPr>
              <a:t>Correo:</a:t>
            </a:r>
            <a:r>
              <a:rPr lang="en-US" sz="1800" dirty="0">
                <a:solidFill>
                  <a:schemeClr val="tx1"/>
                </a:solidFill>
                <a:latin typeface="Tenorite"/>
                <a:ea typeface="Segoe UI"/>
                <a:cs typeface="Segoe UI"/>
              </a:rPr>
              <a:t>​</a:t>
            </a:r>
          </a:p>
          <a:p>
            <a:pPr rtl="0">
              <a:lnSpc>
                <a:spcPts val="1500"/>
              </a:lnSpc>
            </a:pPr>
            <a:r>
              <a:rPr lang="es-ES" sz="1800" baseline="0" dirty="0">
                <a:solidFill>
                  <a:schemeClr val="tx1"/>
                </a:solidFill>
                <a:latin typeface="Tenorite"/>
                <a:ea typeface="Segoe UI"/>
                <a:cs typeface="Segoe UI"/>
              </a:rPr>
              <a:t>Núm.. Telefónico:</a:t>
            </a:r>
            <a:r>
              <a:rPr lang="en-US" sz="1800" dirty="0">
                <a:solidFill>
                  <a:schemeClr val="tx1"/>
                </a:solidFill>
                <a:latin typeface="Tenorite"/>
                <a:ea typeface="Segoe UI"/>
                <a:cs typeface="Segoe UI"/>
              </a:rPr>
              <a:t>​</a:t>
            </a:r>
          </a:p>
          <a:p>
            <a:pPr rtl="0">
              <a:lnSpc>
                <a:spcPts val="1500"/>
              </a:lnSpc>
            </a:pPr>
            <a:r>
              <a:rPr lang="es-ES" sz="1800" baseline="0" dirty="0">
                <a:solidFill>
                  <a:schemeClr val="tx1"/>
                </a:solidFill>
                <a:latin typeface="Tenorite"/>
                <a:ea typeface="Segoe UI"/>
                <a:cs typeface="Segoe UI"/>
              </a:rPr>
              <a:t>Dirección:</a:t>
            </a:r>
            <a:r>
              <a:rPr lang="en-US" sz="1800" dirty="0">
                <a:solidFill>
                  <a:schemeClr val="tx1"/>
                </a:solidFill>
                <a:latin typeface="Tenorite"/>
                <a:ea typeface="Segoe UI"/>
                <a:cs typeface="Segoe UI"/>
              </a:rPr>
              <a:t>​</a:t>
            </a:r>
          </a:p>
          <a:p>
            <a:pPr rtl="0">
              <a:lnSpc>
                <a:spcPts val="1500"/>
              </a:lnSpc>
            </a:pPr>
            <a:r>
              <a:rPr lang="es-ES" sz="1800" baseline="0" dirty="0">
                <a:solidFill>
                  <a:schemeClr val="tx1"/>
                </a:solidFill>
                <a:latin typeface="Tenorite"/>
                <a:ea typeface="Segoe UI"/>
                <a:cs typeface="Segoe UI"/>
              </a:rPr>
              <a:t>Producto:</a:t>
            </a:r>
            <a:r>
              <a:rPr lang="en-US" sz="1800" dirty="0">
                <a:solidFill>
                  <a:schemeClr val="tx1"/>
                </a:solidFill>
                <a:latin typeface="Tenorite"/>
                <a:ea typeface="Segoe UI"/>
                <a:cs typeface="Segoe UI"/>
              </a:rPr>
              <a:t>​</a:t>
            </a:r>
          </a:p>
          <a:p>
            <a:pPr rtl="0">
              <a:lnSpc>
                <a:spcPts val="1500"/>
              </a:lnSpc>
            </a:pPr>
            <a:r>
              <a:rPr lang="es-ES" sz="1800" baseline="0" dirty="0">
                <a:solidFill>
                  <a:schemeClr val="tx1"/>
                </a:solidFill>
                <a:latin typeface="Tenorite"/>
                <a:ea typeface="Segoe UI"/>
                <a:cs typeface="Segoe UI"/>
              </a:rPr>
              <a:t>Cantidad:</a:t>
            </a:r>
            <a:r>
              <a:rPr lang="en-US" sz="1800" dirty="0">
                <a:solidFill>
                  <a:schemeClr val="tx1"/>
                </a:solidFill>
                <a:latin typeface="Tenorite"/>
                <a:ea typeface="Segoe UI"/>
                <a:cs typeface="Segoe UI"/>
              </a:rPr>
              <a:t>​</a:t>
            </a:r>
          </a:p>
          <a:p>
            <a:pPr rtl="0">
              <a:lnSpc>
                <a:spcPts val="1500"/>
              </a:lnSpc>
            </a:pPr>
            <a:r>
              <a:rPr lang="es-ES" sz="1800" dirty="0">
                <a:solidFill>
                  <a:schemeClr val="tx1"/>
                </a:solidFill>
                <a:latin typeface="Tenorite"/>
                <a:ea typeface="Segoe UI"/>
                <a:cs typeface="Segoe UI"/>
              </a:rPr>
              <a:t>​</a:t>
            </a:r>
          </a:p>
          <a:p>
            <a:pPr algn="ctr">
              <a:lnSpc>
                <a:spcPts val="1500"/>
              </a:lnSpc>
            </a:pPr>
            <a:endParaRPr lang="es-ES" dirty="0">
              <a:solidFill>
                <a:schemeClr val="tx1"/>
              </a:solidFill>
              <a:latin typeface="Tenorite"/>
              <a:ea typeface="Segoe UI"/>
              <a:cs typeface="Segoe UI"/>
            </a:endParaRPr>
          </a:p>
          <a:p>
            <a:pPr algn="ctr">
              <a:lnSpc>
                <a:spcPts val="1500"/>
              </a:lnSpc>
            </a:pPr>
            <a:r>
              <a:rPr lang="es-ES" sz="1800" baseline="0" dirty="0">
                <a:solidFill>
                  <a:schemeClr val="tx1"/>
                </a:solidFill>
                <a:latin typeface="Tenorite"/>
                <a:ea typeface="Segoe UI"/>
                <a:cs typeface="Segoe UI"/>
              </a:rPr>
              <a:t>Forma de pago:</a:t>
            </a:r>
            <a:r>
              <a:rPr lang="en-US" sz="1800" dirty="0">
                <a:solidFill>
                  <a:schemeClr val="tx1"/>
                </a:solidFill>
                <a:latin typeface="Tenorite"/>
                <a:ea typeface="Segoe UI"/>
                <a:cs typeface="Segoe UI"/>
              </a:rPr>
              <a:t>​</a:t>
            </a:r>
            <a:endParaRPr lang="es-ES">
              <a:solidFill>
                <a:schemeClr val="tx1"/>
              </a:solidFill>
              <a:cs typeface="Segoe UI"/>
            </a:endParaRPr>
          </a:p>
          <a:p>
            <a:pPr algn="ctr">
              <a:lnSpc>
                <a:spcPts val="1500"/>
              </a:lnSpc>
            </a:pPr>
            <a:endParaRPr lang="en-US" dirty="0">
              <a:solidFill>
                <a:schemeClr val="tx1"/>
              </a:solidFill>
              <a:latin typeface="Tenorite"/>
              <a:ea typeface="Segoe UI"/>
              <a:cs typeface="Segoe UI"/>
            </a:endParaRPr>
          </a:p>
          <a:p>
            <a:pPr>
              <a:lnSpc>
                <a:spcPts val="1500"/>
              </a:lnSpc>
            </a:pPr>
            <a:endParaRPr lang="es-ES" dirty="0">
              <a:solidFill>
                <a:schemeClr val="tx1"/>
              </a:solidFill>
              <a:latin typeface="Tenorite"/>
              <a:ea typeface="Segoe UI"/>
              <a:cs typeface="Segoe UI"/>
            </a:endParaRPr>
          </a:p>
          <a:p>
            <a:pPr>
              <a:lnSpc>
                <a:spcPts val="1500"/>
              </a:lnSpc>
            </a:pPr>
            <a:r>
              <a:rPr lang="es-ES" sz="1800" baseline="0" dirty="0">
                <a:solidFill>
                  <a:schemeClr val="tx1"/>
                </a:solidFill>
                <a:latin typeface="Tenorite"/>
                <a:ea typeface="Segoe UI"/>
                <a:cs typeface="Segoe UI"/>
              </a:rPr>
              <a:t>Transacción  </a:t>
            </a:r>
            <a:r>
              <a:rPr lang="es-ES" dirty="0">
                <a:solidFill>
                  <a:schemeClr val="tx1"/>
                </a:solidFill>
                <a:latin typeface="Tenorite"/>
                <a:ea typeface="Segoe UI"/>
                <a:cs typeface="Segoe UI"/>
              </a:rPr>
              <a:t>                     </a:t>
            </a:r>
            <a:r>
              <a:rPr lang="es-ES" sz="1800" baseline="0" dirty="0">
                <a:solidFill>
                  <a:schemeClr val="tx1"/>
                </a:solidFill>
                <a:latin typeface="Tenorite"/>
                <a:ea typeface="Segoe UI"/>
                <a:cs typeface="Segoe UI"/>
              </a:rPr>
              <a:t>Efectivo</a:t>
            </a:r>
            <a:r>
              <a:rPr lang="en-US" sz="1800" dirty="0">
                <a:solidFill>
                  <a:schemeClr val="tx1"/>
                </a:solidFill>
                <a:latin typeface="Tenorite"/>
                <a:ea typeface="Segoe UI"/>
                <a:cs typeface="Segoe UI"/>
              </a:rPr>
              <a:t>​</a:t>
            </a:r>
            <a:endParaRPr lang="en-US">
              <a:solidFill>
                <a:schemeClr val="tx1"/>
              </a:solidFill>
            </a:endParaRPr>
          </a:p>
          <a:p>
            <a:pPr>
              <a:lnSpc>
                <a:spcPts val="1500"/>
              </a:lnSpc>
            </a:pPr>
            <a:r>
              <a:rPr lang="es-ES" sz="1800" baseline="0" dirty="0">
                <a:solidFill>
                  <a:schemeClr val="tx1"/>
                </a:solidFill>
                <a:latin typeface="Tenorite"/>
                <a:ea typeface="Segoe UI"/>
                <a:cs typeface="Segoe UI"/>
              </a:rPr>
              <a:t>Núm. Cuenta: </a:t>
            </a:r>
            <a:r>
              <a:rPr lang="es-ES" dirty="0">
                <a:solidFill>
                  <a:schemeClr val="tx1"/>
                </a:solidFill>
                <a:latin typeface="Tenorite"/>
                <a:ea typeface="Segoe UI"/>
                <a:cs typeface="Segoe UI"/>
              </a:rPr>
              <a:t>                 </a:t>
            </a:r>
            <a:r>
              <a:rPr lang="es-ES" sz="1800" baseline="0" dirty="0">
                <a:solidFill>
                  <a:schemeClr val="tx1"/>
                </a:solidFill>
                <a:latin typeface="Tenorite"/>
                <a:ea typeface="Segoe UI"/>
                <a:cs typeface="Segoe UI"/>
              </a:rPr>
              <a:t>Cantidad:</a:t>
            </a:r>
            <a:r>
              <a:rPr lang="en-US" sz="1800" dirty="0">
                <a:solidFill>
                  <a:schemeClr val="tx1"/>
                </a:solidFill>
                <a:latin typeface="Tenorite"/>
                <a:ea typeface="Segoe UI"/>
                <a:cs typeface="Segoe UI"/>
              </a:rPr>
              <a:t>​</a:t>
            </a:r>
          </a:p>
          <a:p>
            <a:pPr>
              <a:lnSpc>
                <a:spcPts val="1500"/>
              </a:lnSpc>
            </a:pPr>
            <a:r>
              <a:rPr lang="es-ES" sz="1800" baseline="0" dirty="0">
                <a:solidFill>
                  <a:schemeClr val="tx1"/>
                </a:solidFill>
                <a:latin typeface="Tenorite"/>
                <a:ea typeface="Segoe UI"/>
                <a:cs typeface="Segoe UI"/>
              </a:rPr>
              <a:t>Asunto:    </a:t>
            </a:r>
            <a:r>
              <a:rPr lang="es-ES" dirty="0">
                <a:solidFill>
                  <a:schemeClr val="tx1"/>
                </a:solidFill>
                <a:latin typeface="Tenorite"/>
                <a:ea typeface="Segoe UI"/>
                <a:cs typeface="Segoe UI"/>
              </a:rPr>
              <a:t>                        </a:t>
            </a:r>
            <a:r>
              <a:rPr lang="es-ES" sz="1800" baseline="0" dirty="0">
                <a:solidFill>
                  <a:schemeClr val="tx1"/>
                </a:solidFill>
                <a:latin typeface="Tenorite"/>
                <a:ea typeface="Segoe UI"/>
                <a:cs typeface="Segoe UI"/>
              </a:rPr>
              <a:t>Adelanto:</a:t>
            </a:r>
            <a:r>
              <a:rPr lang="en-US" sz="1800" dirty="0">
                <a:solidFill>
                  <a:schemeClr val="tx1"/>
                </a:solidFill>
                <a:latin typeface="Tenorite"/>
                <a:ea typeface="Segoe UI"/>
                <a:cs typeface="Segoe UI"/>
              </a:rPr>
              <a:t>​</a:t>
            </a:r>
          </a:p>
          <a:p>
            <a:pPr rtl="0">
              <a:lnSpc>
                <a:spcPts val="1500"/>
              </a:lnSpc>
            </a:pPr>
            <a:r>
              <a:rPr lang="es-ES" sz="1800" dirty="0">
                <a:solidFill>
                  <a:schemeClr val="tx1"/>
                </a:solidFill>
                <a:latin typeface="Tenorite"/>
                <a:ea typeface="Segoe UI"/>
                <a:cs typeface="Segoe UI"/>
              </a:rPr>
              <a:t>​</a:t>
            </a:r>
          </a:p>
          <a:p>
            <a:pPr>
              <a:lnSpc>
                <a:spcPts val="1500"/>
              </a:lnSpc>
            </a:pPr>
            <a:endParaRPr lang="es-ES">
              <a:solidFill>
                <a:schemeClr val="tx1"/>
              </a:solidFill>
              <a:latin typeface="Tenorite"/>
              <a:ea typeface="Segoe UI"/>
              <a:cs typeface="Segoe UI"/>
            </a:endParaRPr>
          </a:p>
          <a:p>
            <a:pPr>
              <a:lnSpc>
                <a:spcPts val="1500"/>
              </a:lnSpc>
            </a:pPr>
            <a:endParaRPr lang="es-ES" dirty="0">
              <a:solidFill>
                <a:schemeClr val="tx1"/>
              </a:solidFill>
              <a:latin typeface="Tenorite"/>
              <a:ea typeface="Segoe UI"/>
              <a:cs typeface="Segoe UI"/>
            </a:endParaRPr>
          </a:p>
          <a:p>
            <a:pPr>
              <a:lnSpc>
                <a:spcPts val="1500"/>
              </a:lnSpc>
            </a:pPr>
            <a:endParaRPr lang="es-ES" dirty="0">
              <a:solidFill>
                <a:schemeClr val="tx1"/>
              </a:solidFill>
              <a:latin typeface="Tenorite"/>
              <a:ea typeface="Segoe UI"/>
              <a:cs typeface="Segoe UI"/>
            </a:endParaRPr>
          </a:p>
          <a:p>
            <a:pPr>
              <a:lnSpc>
                <a:spcPts val="1500"/>
              </a:lnSpc>
            </a:pPr>
            <a:r>
              <a:rPr lang="es-ES" sz="1800" baseline="0" dirty="0">
                <a:solidFill>
                  <a:schemeClr val="tx1"/>
                </a:solidFill>
                <a:latin typeface="Tenorite"/>
                <a:ea typeface="Segoe UI"/>
                <a:cs typeface="Segoe UI"/>
              </a:rPr>
              <a:t>Atrás </a:t>
            </a:r>
            <a:r>
              <a:rPr lang="es-ES" dirty="0">
                <a:solidFill>
                  <a:schemeClr val="tx1"/>
                </a:solidFill>
                <a:latin typeface="Tenorite"/>
                <a:ea typeface="Segoe UI"/>
                <a:cs typeface="Segoe UI"/>
              </a:rPr>
              <a:t>                                </a:t>
            </a:r>
            <a:r>
              <a:rPr lang="es-ES" sz="1800" baseline="0" dirty="0">
                <a:solidFill>
                  <a:schemeClr val="tx1"/>
                </a:solidFill>
                <a:latin typeface="Tenorite"/>
                <a:ea typeface="Segoe UI"/>
                <a:cs typeface="Segoe UI"/>
              </a:rPr>
              <a:t>Siguiente</a:t>
            </a:r>
            <a:endParaRPr lang="es-E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01415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A70EF-08EC-1968-FDC5-232571CE6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1195D6-3D40-5C24-66FE-7D0CB4156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365125"/>
            <a:ext cx="10363201" cy="1629601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Nuestra competencia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2D1AC51-1570-B142-70A8-8FE9840022D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22250"/>
            <a:ext cx="4817533" cy="3747180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noProof="1"/>
              <a:t>El precio de nuestro producto es inferior al de otras empresas del mercado.</a:t>
            </a:r>
          </a:p>
          <a:p>
            <a:pPr rtl="0"/>
            <a:r>
              <a:rPr lang="es-ES" noProof="1"/>
              <a:t>El diseño es sencillo y fácil de usar, en comparación con los diseños complejos de los competidores.</a:t>
            </a:r>
          </a:p>
          <a:p>
            <a:pPr rtl="0"/>
            <a:r>
              <a:rPr lang="es-ES" noProof="1"/>
              <a:t>El principal atractivo de nuestro producto para nuestros consumidores es la asequibilidad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683D0AF-6966-EE9F-3B73-AB14E7E0A0F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284891" y="2022250"/>
            <a:ext cx="4992709" cy="3747180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noProof="1"/>
              <a:t>El producto de la empresa A es más caro</a:t>
            </a:r>
          </a:p>
          <a:p>
            <a:pPr rtl="0"/>
            <a:r>
              <a:rPr lang="es-ES" noProof="1"/>
              <a:t>El producto de las empresas B y C es costoso e incómodo de usar</a:t>
            </a:r>
          </a:p>
          <a:p>
            <a:pPr rtl="0"/>
            <a:r>
              <a:rPr lang="es-ES" noProof="1"/>
              <a:t>El producto de las empresas D y E es asequible, pero incómodo de usar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F67D755-847F-B0B3-69E5-5007DE7A80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fld id="{B5CEABB6-07DC-46E8-9B57-56EC44A396E5}" type="slidenum">
              <a:rPr lang="es-ES" smtClean="0"/>
              <a:pPr rtl="0"/>
              <a:t>12</a:t>
            </a:fld>
            <a:endParaRPr lang="es-ES" dirty="0"/>
          </a:p>
        </p:txBody>
      </p:sp>
      <p:pic>
        <p:nvPicPr>
          <p:cNvPr id="7" name="Marcador de contenido 4" descr="Fondo de caballo dibujado a mano | Foto Premium">
            <a:extLst>
              <a:ext uri="{FF2B5EF4-FFF2-40B4-BE49-F238E27FC236}">
                <a16:creationId xmlns:a16="http://schemas.microsoft.com/office/drawing/2014/main" id="{D745E714-B287-2D15-37F5-E0633584B0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1" y="5167"/>
            <a:ext cx="12194346" cy="6852913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320DA3B9-FD1B-00B7-D993-4F65056B6746}"/>
              </a:ext>
            </a:extLst>
          </p:cNvPr>
          <p:cNvSpPr txBox="1"/>
          <p:nvPr/>
        </p:nvSpPr>
        <p:spPr>
          <a:xfrm>
            <a:off x="3044740" y="361229"/>
            <a:ext cx="7882515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3200" i="1" dirty="0">
                <a:latin typeface="Book Antiqua"/>
              </a:rPr>
              <a:t>Pago realizado con excito </a:t>
            </a:r>
          </a:p>
        </p:txBody>
      </p:sp>
      <p:sp>
        <p:nvSpPr>
          <p:cNvPr id="10" name="Signo menos 9">
            <a:extLst>
              <a:ext uri="{FF2B5EF4-FFF2-40B4-BE49-F238E27FC236}">
                <a16:creationId xmlns:a16="http://schemas.microsoft.com/office/drawing/2014/main" id="{A0DCD30E-1E3E-D98F-14C9-BD680C2783F9}"/>
              </a:ext>
            </a:extLst>
          </p:cNvPr>
          <p:cNvSpPr/>
          <p:nvPr/>
        </p:nvSpPr>
        <p:spPr>
          <a:xfrm>
            <a:off x="38975" y="5003891"/>
            <a:ext cx="2380155" cy="2478162"/>
          </a:xfrm>
          <a:prstGeom prst="mathMinus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CED25461-375F-F94A-D468-8C30ADAAB913}"/>
              </a:ext>
            </a:extLst>
          </p:cNvPr>
          <p:cNvSpPr txBox="1"/>
          <p:nvPr/>
        </p:nvSpPr>
        <p:spPr>
          <a:xfrm>
            <a:off x="531802" y="6062370"/>
            <a:ext cx="140009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 b="1" dirty="0">
                <a:latin typeface="Bookman Old Style"/>
              </a:rPr>
              <a:t>Descargar</a:t>
            </a:r>
          </a:p>
        </p:txBody>
      </p:sp>
      <p:sp>
        <p:nvSpPr>
          <p:cNvPr id="13" name="Signo menos 12">
            <a:extLst>
              <a:ext uri="{FF2B5EF4-FFF2-40B4-BE49-F238E27FC236}">
                <a16:creationId xmlns:a16="http://schemas.microsoft.com/office/drawing/2014/main" id="{97A9EF3C-7FE6-60D9-DF5A-331FB3110E7C}"/>
              </a:ext>
            </a:extLst>
          </p:cNvPr>
          <p:cNvSpPr/>
          <p:nvPr/>
        </p:nvSpPr>
        <p:spPr>
          <a:xfrm>
            <a:off x="9821710" y="5003891"/>
            <a:ext cx="2380155" cy="2478162"/>
          </a:xfrm>
          <a:prstGeom prst="mathMinus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5D3C9C5F-D8C6-4194-FC9A-711A4BB17984}"/>
              </a:ext>
            </a:extLst>
          </p:cNvPr>
          <p:cNvSpPr txBox="1"/>
          <p:nvPr/>
        </p:nvSpPr>
        <p:spPr>
          <a:xfrm>
            <a:off x="10572272" y="6062370"/>
            <a:ext cx="140009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 b="1" dirty="0">
                <a:latin typeface="Bookman Old Style"/>
              </a:rPr>
              <a:t>Salir...</a:t>
            </a:r>
          </a:p>
        </p:txBody>
      </p:sp>
      <p:sp>
        <p:nvSpPr>
          <p:cNvPr id="6" name="Rectángulo: esquina doblada 5">
            <a:extLst>
              <a:ext uri="{FF2B5EF4-FFF2-40B4-BE49-F238E27FC236}">
                <a16:creationId xmlns:a16="http://schemas.microsoft.com/office/drawing/2014/main" id="{A04E1FEF-FF12-8A65-090C-237D281A2866}"/>
              </a:ext>
            </a:extLst>
          </p:cNvPr>
          <p:cNvSpPr/>
          <p:nvPr/>
        </p:nvSpPr>
        <p:spPr>
          <a:xfrm>
            <a:off x="2212144" y="957758"/>
            <a:ext cx="5638299" cy="5096501"/>
          </a:xfrm>
          <a:prstGeom prst="foldedCorner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5E00231-4ED5-2350-2A03-5432E9E70EE3}"/>
              </a:ext>
            </a:extLst>
          </p:cNvPr>
          <p:cNvSpPr txBox="1"/>
          <p:nvPr/>
        </p:nvSpPr>
        <p:spPr>
          <a:xfrm>
            <a:off x="2312561" y="1172570"/>
            <a:ext cx="5029055" cy="50783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dirty="0"/>
              <a:t>         </a:t>
            </a:r>
            <a:endParaRPr lang="es-ES"/>
          </a:p>
          <a:p>
            <a:r>
              <a:rPr lang="es-ES" dirty="0"/>
              <a:t>             Comprobante – Factura</a:t>
            </a:r>
          </a:p>
          <a:p>
            <a:endParaRPr lang="es-ES" dirty="0"/>
          </a:p>
          <a:p>
            <a:endParaRPr lang="es-ES" dirty="0"/>
          </a:p>
          <a:p>
            <a:r>
              <a:rPr lang="es-ES" dirty="0"/>
              <a:t>Proveedor:                      Dirección de Entrega:</a:t>
            </a:r>
          </a:p>
          <a:p>
            <a:r>
              <a:rPr lang="es-ES" dirty="0"/>
              <a:t>Granja o rancho:                  Cliente:</a:t>
            </a:r>
          </a:p>
          <a:p>
            <a:r>
              <a:rPr lang="es-ES" dirty="0"/>
              <a:t>Tel.                                        Tel.</a:t>
            </a:r>
          </a:p>
          <a:p>
            <a:r>
              <a:rPr lang="es-ES" dirty="0"/>
              <a:t>Dirección:                             Dirección:</a:t>
            </a:r>
          </a:p>
          <a:p>
            <a:r>
              <a:rPr lang="es-ES" dirty="0"/>
              <a:t>Ciudad:                                 Ciudad:</a:t>
            </a:r>
          </a:p>
          <a:p>
            <a:endParaRPr lang="es-ES" dirty="0"/>
          </a:p>
          <a:p>
            <a:r>
              <a:rPr lang="es-ES" dirty="0"/>
              <a:t>Fecha venta / Fecha entrega</a:t>
            </a:r>
          </a:p>
          <a:p>
            <a:endParaRPr lang="es-ES" dirty="0"/>
          </a:p>
          <a:p>
            <a:r>
              <a:rPr lang="es-ES" dirty="0"/>
              <a:t>Productos:            Huevos 1cono …................$75</a:t>
            </a:r>
          </a:p>
          <a:p>
            <a:r>
              <a:rPr lang="es-ES" dirty="0"/>
              <a:t>                             Leche Galones 2 …............$100</a:t>
            </a:r>
          </a:p>
          <a:p>
            <a:r>
              <a:rPr lang="es-ES" dirty="0"/>
              <a:t>Monto total:….................................................$175</a:t>
            </a:r>
          </a:p>
          <a:p>
            <a:r>
              <a:rPr lang="es-ES" dirty="0"/>
              <a:t>Autorización:                                      Otros:</a:t>
            </a:r>
          </a:p>
          <a:p>
            <a:endParaRPr lang="es-ES" dirty="0"/>
          </a:p>
          <a:p>
            <a:r>
              <a:rPr lang="es-ES" dirty="0"/>
              <a:t>Fecha:</a:t>
            </a:r>
          </a:p>
        </p:txBody>
      </p:sp>
      <p:pic>
        <p:nvPicPr>
          <p:cNvPr id="15" name="Imagen 14" descr="Imagen que contiene Texto">
            <a:extLst>
              <a:ext uri="{FF2B5EF4-FFF2-40B4-BE49-F238E27FC236}">
                <a16:creationId xmlns:a16="http://schemas.microsoft.com/office/drawing/2014/main" id="{B4F35A98-6C7C-337A-055E-4EFAE7CEFE8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8169" t="13490" r="18587" b="18461"/>
          <a:stretch>
            <a:fillRect/>
          </a:stretch>
        </p:blipFill>
        <p:spPr>
          <a:xfrm>
            <a:off x="5983754" y="1135587"/>
            <a:ext cx="1760464" cy="1157988"/>
          </a:xfrm>
          <a:prstGeom prst="ellipse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968139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E6985-84D2-983B-C40D-6AD43F953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 descr="Fondo de caballo dibujado a mano | Foto Premium">
            <a:extLst>
              <a:ext uri="{FF2B5EF4-FFF2-40B4-BE49-F238E27FC236}">
                <a16:creationId xmlns:a16="http://schemas.microsoft.com/office/drawing/2014/main" id="{AF97619A-A6EC-AF72-5F5D-397455F94826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4141" y="5167"/>
            <a:ext cx="12194346" cy="6852913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C3F505F-7BA8-30AC-6B19-1AD1757F5E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rtl="0"/>
            <a:fld id="{B5CEABB6-07DC-46E8-9B57-56EC44A396E5}" type="slidenum">
              <a:rPr lang="es-ES" smtClean="0"/>
              <a:pPr rtl="0"/>
              <a:t>13</a:t>
            </a:fld>
            <a:endParaRPr lang="es-ES" dirty="0"/>
          </a:p>
        </p:txBody>
      </p:sp>
      <p:sp>
        <p:nvSpPr>
          <p:cNvPr id="6" name="Diagrama de flujo: terminador 5">
            <a:extLst>
              <a:ext uri="{FF2B5EF4-FFF2-40B4-BE49-F238E27FC236}">
                <a16:creationId xmlns:a16="http://schemas.microsoft.com/office/drawing/2014/main" id="{A7E12481-B9A1-D5C4-AC16-240E6FB511A8}"/>
              </a:ext>
            </a:extLst>
          </p:cNvPr>
          <p:cNvSpPr/>
          <p:nvPr/>
        </p:nvSpPr>
        <p:spPr>
          <a:xfrm>
            <a:off x="6079782" y="163129"/>
            <a:ext cx="4325606" cy="602039"/>
          </a:xfrm>
          <a:prstGeom prst="flowChartTermina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7" name="Imagen 6" descr="Baixar lupa, pesquisa, ícone de zoom em fundo branco gratuitamente ...">
            <a:extLst>
              <a:ext uri="{FF2B5EF4-FFF2-40B4-BE49-F238E27FC236}">
                <a16:creationId xmlns:a16="http://schemas.microsoft.com/office/drawing/2014/main" id="{CFC1A739-B9AF-A159-123A-1F0B1FFB370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92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104000"/>
                    </a14:imgEffect>
                  </a14:imgLayer>
                </a14:imgProps>
              </a:ext>
            </a:extLst>
          </a:blip>
          <a:srcRect l="27742" t="23463" r="25806" b="30367"/>
          <a:stretch>
            <a:fillRect/>
          </a:stretch>
        </p:blipFill>
        <p:spPr>
          <a:xfrm>
            <a:off x="9768996" y="257640"/>
            <a:ext cx="403463" cy="396528"/>
          </a:xfrm>
          <a:prstGeom prst="rect">
            <a:avLst/>
          </a:prstGeom>
        </p:spPr>
      </p:pic>
      <p:pic>
        <p:nvPicPr>
          <p:cNvPr id="3" name="Imagen 2" descr="Imagen que contiene Texto">
            <a:extLst>
              <a:ext uri="{FF2B5EF4-FFF2-40B4-BE49-F238E27FC236}">
                <a16:creationId xmlns:a16="http://schemas.microsoft.com/office/drawing/2014/main" id="{C28EBF3A-0182-B0DB-18DE-DD9D10B228F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8169" t="13490" r="18587" b="18461"/>
          <a:stretch>
            <a:fillRect/>
          </a:stretch>
        </p:blipFill>
        <p:spPr>
          <a:xfrm>
            <a:off x="680647" y="260317"/>
            <a:ext cx="2213544" cy="1384528"/>
          </a:xfrm>
          <a:prstGeom prst="ellipse">
            <a:avLst/>
          </a:prstGeom>
          <a:ln>
            <a:noFill/>
          </a:ln>
        </p:spPr>
      </p:pic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562374D3-7F3F-BBAB-A77E-93F94032EC53}"/>
              </a:ext>
            </a:extLst>
          </p:cNvPr>
          <p:cNvSpPr/>
          <p:nvPr/>
        </p:nvSpPr>
        <p:spPr>
          <a:xfrm>
            <a:off x="946601" y="2296098"/>
            <a:ext cx="3198337" cy="52649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CD69ADBE-3795-94B4-35FF-BF51B542741B}"/>
              </a:ext>
            </a:extLst>
          </p:cNvPr>
          <p:cNvSpPr/>
          <p:nvPr/>
        </p:nvSpPr>
        <p:spPr>
          <a:xfrm>
            <a:off x="946599" y="3170156"/>
            <a:ext cx="3220750" cy="52649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7EAAD2FA-8AA0-87F0-9ECD-24A1ABF3645A}"/>
              </a:ext>
            </a:extLst>
          </p:cNvPr>
          <p:cNvSpPr/>
          <p:nvPr/>
        </p:nvSpPr>
        <p:spPr>
          <a:xfrm>
            <a:off x="957802" y="4066626"/>
            <a:ext cx="3198339" cy="52649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261FE964-4CF9-A9F2-0329-C870C9118668}"/>
              </a:ext>
            </a:extLst>
          </p:cNvPr>
          <p:cNvSpPr txBox="1"/>
          <p:nvPr/>
        </p:nvSpPr>
        <p:spPr>
          <a:xfrm>
            <a:off x="921315" y="4068625"/>
            <a:ext cx="1736113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 sz="2800" dirty="0">
                <a:latin typeface="Batang"/>
                <a:ea typeface="Batang"/>
              </a:rPr>
              <a:t>Cultivos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53246F84-9474-9CF3-B6F7-4EAFDC1C119F}"/>
              </a:ext>
            </a:extLst>
          </p:cNvPr>
          <p:cNvSpPr txBox="1"/>
          <p:nvPr/>
        </p:nvSpPr>
        <p:spPr>
          <a:xfrm>
            <a:off x="912904" y="2296047"/>
            <a:ext cx="224884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 sz="2800" dirty="0">
                <a:latin typeface="Batang"/>
                <a:ea typeface="Batang"/>
              </a:rPr>
              <a:t>Animales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29D5D461-B8B7-7B0C-BAE6-B52DC0FEF077}"/>
              </a:ext>
            </a:extLst>
          </p:cNvPr>
          <p:cNvSpPr txBox="1"/>
          <p:nvPr/>
        </p:nvSpPr>
        <p:spPr>
          <a:xfrm>
            <a:off x="795256" y="3236981"/>
            <a:ext cx="1604902" cy="2043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s-ES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A477750B-0C34-63B8-BE46-C9A12979C957}"/>
              </a:ext>
            </a:extLst>
          </p:cNvPr>
          <p:cNvSpPr txBox="1"/>
          <p:nvPr/>
        </p:nvSpPr>
        <p:spPr>
          <a:xfrm>
            <a:off x="912878" y="3175363"/>
            <a:ext cx="327698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2800" dirty="0">
                <a:latin typeface="Batang"/>
                <a:ea typeface="Batang"/>
              </a:rPr>
              <a:t>Productos Animal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7737A509-B49F-C942-7F5C-810BA03BBAFA}"/>
              </a:ext>
            </a:extLst>
          </p:cNvPr>
          <p:cNvSpPr txBox="1"/>
          <p:nvPr/>
        </p:nvSpPr>
        <p:spPr>
          <a:xfrm>
            <a:off x="1024862" y="5787993"/>
            <a:ext cx="404626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2400" dirty="0"/>
              <a:t>Contacto:</a:t>
            </a:r>
            <a:r>
              <a:rPr lang="es-ES" dirty="0"/>
              <a:t> </a:t>
            </a:r>
            <a:r>
              <a:rPr lang="es-ES" sz="2000" dirty="0"/>
              <a:t>tel. 298 – 138 - 5607</a:t>
            </a:r>
          </a:p>
        </p:txBody>
      </p:sp>
    </p:spTree>
    <p:extLst>
      <p:ext uri="{BB962C8B-B14F-4D97-AF65-F5344CB8AC3E}">
        <p14:creationId xmlns:p14="http://schemas.microsoft.com/office/powerpoint/2010/main" val="19188668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8964DE-4747-5B3F-0F4B-BD664C663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 descr="Fondo de caballo dibujado a mano | Foto Premium">
            <a:extLst>
              <a:ext uri="{FF2B5EF4-FFF2-40B4-BE49-F238E27FC236}">
                <a16:creationId xmlns:a16="http://schemas.microsoft.com/office/drawing/2014/main" id="{54BF53FB-FE0C-93AA-ACCC-5EB3B975E9AF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4141" y="5167"/>
            <a:ext cx="12194346" cy="6852913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E175069-5085-D26B-7B00-14F01AD43F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rtl="0"/>
            <a:fld id="{B5CEABB6-07DC-46E8-9B57-56EC44A396E5}" type="slidenum">
              <a:rPr lang="es-ES" smtClean="0"/>
              <a:pPr rtl="0"/>
              <a:t>14</a:t>
            </a:fld>
            <a:endParaRPr lang="es-ES" dirty="0"/>
          </a:p>
        </p:txBody>
      </p:sp>
      <p:sp>
        <p:nvSpPr>
          <p:cNvPr id="6" name="Diagrama de flujo: terminador 5">
            <a:extLst>
              <a:ext uri="{FF2B5EF4-FFF2-40B4-BE49-F238E27FC236}">
                <a16:creationId xmlns:a16="http://schemas.microsoft.com/office/drawing/2014/main" id="{18826B68-820E-A8E1-4052-78C2496742C2}"/>
              </a:ext>
            </a:extLst>
          </p:cNvPr>
          <p:cNvSpPr/>
          <p:nvPr/>
        </p:nvSpPr>
        <p:spPr>
          <a:xfrm>
            <a:off x="6079782" y="163129"/>
            <a:ext cx="4325606" cy="602039"/>
          </a:xfrm>
          <a:prstGeom prst="flowChartTermina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7" name="Imagen 6" descr="Baixar lupa, pesquisa, ícone de zoom em fundo branco gratuitamente ...">
            <a:extLst>
              <a:ext uri="{FF2B5EF4-FFF2-40B4-BE49-F238E27FC236}">
                <a16:creationId xmlns:a16="http://schemas.microsoft.com/office/drawing/2014/main" id="{AEDA24AD-4B1B-5CBB-955C-D746351BB94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92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104000"/>
                    </a14:imgEffect>
                  </a14:imgLayer>
                </a14:imgProps>
              </a:ext>
            </a:extLst>
          </a:blip>
          <a:srcRect l="27742" t="23463" r="25806" b="30367"/>
          <a:stretch>
            <a:fillRect/>
          </a:stretch>
        </p:blipFill>
        <p:spPr>
          <a:xfrm>
            <a:off x="9768996" y="257640"/>
            <a:ext cx="403463" cy="396528"/>
          </a:xfrm>
          <a:prstGeom prst="rect">
            <a:avLst/>
          </a:prstGeom>
        </p:spPr>
      </p:pic>
      <p:pic>
        <p:nvPicPr>
          <p:cNvPr id="3" name="Imagen 2" descr="Imagen que contiene Texto">
            <a:extLst>
              <a:ext uri="{FF2B5EF4-FFF2-40B4-BE49-F238E27FC236}">
                <a16:creationId xmlns:a16="http://schemas.microsoft.com/office/drawing/2014/main" id="{101DED84-08C8-5D13-62F1-DCAE056B6CE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8169" t="13490" r="18587" b="18461"/>
          <a:stretch>
            <a:fillRect/>
          </a:stretch>
        </p:blipFill>
        <p:spPr>
          <a:xfrm>
            <a:off x="680647" y="260317"/>
            <a:ext cx="2213544" cy="1384528"/>
          </a:xfrm>
          <a:prstGeom prst="ellipse">
            <a:avLst/>
          </a:prstGeom>
          <a:ln>
            <a:noFill/>
          </a:ln>
        </p:spPr>
      </p:pic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B7F62301-DF23-9A8E-D733-9AB74F947744}"/>
              </a:ext>
            </a:extLst>
          </p:cNvPr>
          <p:cNvSpPr/>
          <p:nvPr/>
        </p:nvSpPr>
        <p:spPr>
          <a:xfrm>
            <a:off x="771547" y="2296098"/>
            <a:ext cx="2178905" cy="52649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5D7C912A-134F-2CCF-08EB-5F641491E12B}"/>
              </a:ext>
            </a:extLst>
          </p:cNvPr>
          <p:cNvSpPr/>
          <p:nvPr/>
        </p:nvSpPr>
        <p:spPr>
          <a:xfrm>
            <a:off x="771545" y="4251372"/>
            <a:ext cx="2118940" cy="52649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46763E3E-B73D-FF47-9FE4-5598B72A0ACD}"/>
              </a:ext>
            </a:extLst>
          </p:cNvPr>
          <p:cNvSpPr/>
          <p:nvPr/>
        </p:nvSpPr>
        <p:spPr>
          <a:xfrm>
            <a:off x="504721" y="6012816"/>
            <a:ext cx="1725826" cy="52649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5FE22695-5068-42EE-41DF-599AD6D1B964}"/>
              </a:ext>
            </a:extLst>
          </p:cNvPr>
          <p:cNvSpPr txBox="1"/>
          <p:nvPr/>
        </p:nvSpPr>
        <p:spPr>
          <a:xfrm>
            <a:off x="509423" y="6004516"/>
            <a:ext cx="1736113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 sz="2800" dirty="0">
                <a:latin typeface="Batang"/>
                <a:ea typeface="Batang"/>
              </a:rPr>
              <a:t>Comprar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D6E5CE9E-3E10-F0F7-80D1-CC710F3B8DD6}"/>
              </a:ext>
            </a:extLst>
          </p:cNvPr>
          <p:cNvSpPr txBox="1"/>
          <p:nvPr/>
        </p:nvSpPr>
        <p:spPr>
          <a:xfrm>
            <a:off x="706958" y="2296047"/>
            <a:ext cx="224884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 sz="2800" dirty="0" err="1">
                <a:latin typeface="Batang"/>
                <a:ea typeface="Batang"/>
              </a:rPr>
              <a:t>Maiz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9F93C84C-D162-975E-330E-E8862649C09C}"/>
              </a:ext>
            </a:extLst>
          </p:cNvPr>
          <p:cNvSpPr txBox="1"/>
          <p:nvPr/>
        </p:nvSpPr>
        <p:spPr>
          <a:xfrm>
            <a:off x="795256" y="3236981"/>
            <a:ext cx="1604902" cy="2043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s-ES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3B27C65A-D5B8-C41E-7A47-691F40FC0160}"/>
              </a:ext>
            </a:extLst>
          </p:cNvPr>
          <p:cNvSpPr txBox="1"/>
          <p:nvPr/>
        </p:nvSpPr>
        <p:spPr>
          <a:xfrm>
            <a:off x="768716" y="4246282"/>
            <a:ext cx="327698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2800" dirty="0">
                <a:latin typeface="Batang"/>
                <a:ea typeface="Batang"/>
              </a:rPr>
              <a:t>Pasto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7F134E24-2664-41AC-0807-3C026180F168}"/>
              </a:ext>
            </a:extLst>
          </p:cNvPr>
          <p:cNvSpPr txBox="1"/>
          <p:nvPr/>
        </p:nvSpPr>
        <p:spPr>
          <a:xfrm>
            <a:off x="6670537" y="260376"/>
            <a:ext cx="286693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2400" i="1" dirty="0">
                <a:latin typeface="Batang"/>
                <a:ea typeface="Batang"/>
              </a:rPr>
              <a:t>Cultivos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C4E55485-0899-E175-8CB8-FEF2EDA68DBB}"/>
              </a:ext>
            </a:extLst>
          </p:cNvPr>
          <p:cNvSpPr txBox="1"/>
          <p:nvPr/>
        </p:nvSpPr>
        <p:spPr>
          <a:xfrm>
            <a:off x="3670143" y="2236682"/>
            <a:ext cx="428534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dirty="0"/>
              <a:t>Precio por cono …......................... $75 c/u</a:t>
            </a:r>
          </a:p>
          <a:p>
            <a:r>
              <a:rPr lang="es-ES" dirty="0"/>
              <a:t>Precio por pieza …........................ $4 c/u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9DC2E4A0-0B57-CFF9-BCFB-5074B3892567}"/>
              </a:ext>
            </a:extLst>
          </p:cNvPr>
          <p:cNvSpPr txBox="1"/>
          <p:nvPr/>
        </p:nvSpPr>
        <p:spPr>
          <a:xfrm>
            <a:off x="3670144" y="4182871"/>
            <a:ext cx="428534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dirty="0"/>
              <a:t>Precio por galón (5L)…..................$50 c/u</a:t>
            </a:r>
          </a:p>
          <a:p>
            <a:r>
              <a:rPr lang="es-ES" dirty="0"/>
              <a:t>Precio por litro …........................... $ 10c/u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8D2A1292-88AC-2EDA-92D1-250646CC0B80}"/>
              </a:ext>
            </a:extLst>
          </p:cNvPr>
          <p:cNvSpPr txBox="1"/>
          <p:nvPr/>
        </p:nvSpPr>
        <p:spPr>
          <a:xfrm>
            <a:off x="3453901" y="5315572"/>
            <a:ext cx="1659534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2000" b="1" dirty="0">
                <a:latin typeface="Arial"/>
                <a:cs typeface="Arial"/>
              </a:rPr>
              <a:t>Puntuación:</a:t>
            </a:r>
            <a:r>
              <a:rPr lang="es-ES" dirty="0"/>
              <a:t> </a:t>
            </a:r>
          </a:p>
        </p:txBody>
      </p:sp>
      <p:sp>
        <p:nvSpPr>
          <p:cNvPr id="20" name="Estrella: 5 puntas 19">
            <a:extLst>
              <a:ext uri="{FF2B5EF4-FFF2-40B4-BE49-F238E27FC236}">
                <a16:creationId xmlns:a16="http://schemas.microsoft.com/office/drawing/2014/main" id="{61982063-7DBD-A632-29FA-23B9F4675E2B}"/>
              </a:ext>
            </a:extLst>
          </p:cNvPr>
          <p:cNvSpPr/>
          <p:nvPr/>
        </p:nvSpPr>
        <p:spPr>
          <a:xfrm>
            <a:off x="5384301" y="5314813"/>
            <a:ext cx="373198" cy="347460"/>
          </a:xfrm>
          <a:prstGeom prst="star5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1" name="Estrella: 5 puntas 20">
            <a:extLst>
              <a:ext uri="{FF2B5EF4-FFF2-40B4-BE49-F238E27FC236}">
                <a16:creationId xmlns:a16="http://schemas.microsoft.com/office/drawing/2014/main" id="{9B5E32B8-66F5-7D1D-2119-F6E97E59547E}"/>
              </a:ext>
            </a:extLst>
          </p:cNvPr>
          <p:cNvSpPr/>
          <p:nvPr/>
        </p:nvSpPr>
        <p:spPr>
          <a:xfrm>
            <a:off x="5734409" y="5314813"/>
            <a:ext cx="373198" cy="347460"/>
          </a:xfrm>
          <a:prstGeom prst="star5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2" name="Estrella: 5 puntas 21">
            <a:extLst>
              <a:ext uri="{FF2B5EF4-FFF2-40B4-BE49-F238E27FC236}">
                <a16:creationId xmlns:a16="http://schemas.microsoft.com/office/drawing/2014/main" id="{218F4F14-9FDC-6314-3D1C-6BB6F5758B06}"/>
              </a:ext>
            </a:extLst>
          </p:cNvPr>
          <p:cNvSpPr/>
          <p:nvPr/>
        </p:nvSpPr>
        <p:spPr>
          <a:xfrm>
            <a:off x="6105112" y="5314813"/>
            <a:ext cx="373198" cy="347460"/>
          </a:xfrm>
          <a:prstGeom prst="star5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3" name="Estrella: 5 puntas 22">
            <a:extLst>
              <a:ext uri="{FF2B5EF4-FFF2-40B4-BE49-F238E27FC236}">
                <a16:creationId xmlns:a16="http://schemas.microsoft.com/office/drawing/2014/main" id="{DA43AF35-9EA3-6092-6DBD-98F02EE989F3}"/>
              </a:ext>
            </a:extLst>
          </p:cNvPr>
          <p:cNvSpPr/>
          <p:nvPr/>
        </p:nvSpPr>
        <p:spPr>
          <a:xfrm>
            <a:off x="6486112" y="5314813"/>
            <a:ext cx="373198" cy="347460"/>
          </a:xfrm>
          <a:prstGeom prst="star5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4" name="Estrella: 5 puntas 23">
            <a:extLst>
              <a:ext uri="{FF2B5EF4-FFF2-40B4-BE49-F238E27FC236}">
                <a16:creationId xmlns:a16="http://schemas.microsoft.com/office/drawing/2014/main" id="{109EE94C-B5D8-8DBC-F6ED-D8EBEC4E9824}"/>
              </a:ext>
            </a:extLst>
          </p:cNvPr>
          <p:cNvSpPr/>
          <p:nvPr/>
        </p:nvSpPr>
        <p:spPr>
          <a:xfrm>
            <a:off x="6856814" y="5314812"/>
            <a:ext cx="373198" cy="347460"/>
          </a:xfrm>
          <a:prstGeom prst="star5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8" name="Signo menos 27">
            <a:extLst>
              <a:ext uri="{FF2B5EF4-FFF2-40B4-BE49-F238E27FC236}">
                <a16:creationId xmlns:a16="http://schemas.microsoft.com/office/drawing/2014/main" id="{F22DA568-47B7-1546-D6D1-26E67B271106}"/>
              </a:ext>
            </a:extLst>
          </p:cNvPr>
          <p:cNvSpPr/>
          <p:nvPr/>
        </p:nvSpPr>
        <p:spPr>
          <a:xfrm>
            <a:off x="8891718" y="5382201"/>
            <a:ext cx="3472227" cy="1946127"/>
          </a:xfrm>
          <a:prstGeom prst="mathMinus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26B6F84C-7215-B55F-1187-9B186FC916BC}"/>
              </a:ext>
            </a:extLst>
          </p:cNvPr>
          <p:cNvSpPr txBox="1"/>
          <p:nvPr/>
        </p:nvSpPr>
        <p:spPr>
          <a:xfrm>
            <a:off x="9533498" y="6169157"/>
            <a:ext cx="163810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dirty="0"/>
              <a:t>Mensajes …..</a:t>
            </a:r>
          </a:p>
        </p:txBody>
      </p:sp>
    </p:spTree>
    <p:extLst>
      <p:ext uri="{BB962C8B-B14F-4D97-AF65-F5344CB8AC3E}">
        <p14:creationId xmlns:p14="http://schemas.microsoft.com/office/powerpoint/2010/main" val="11055307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A64B95-8B53-30E8-BD01-BA79BF144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564800-A1CC-17CA-BDC5-AD8FED3FB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sz="3200"/>
              <a:t>Problema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8E28F67-0790-6ECC-B284-BEFFE87DCC0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9" y="2011363"/>
            <a:ext cx="7526868" cy="4155757"/>
          </a:xfrm>
        </p:spPr>
        <p:txBody>
          <a:bodyPr rtlCol="0"/>
          <a:lstStyle>
            <a:defPPr>
              <a:defRPr lang="es-ES"/>
            </a:defPPr>
          </a:lstStyle>
          <a:p>
            <a:pPr marL="228600" indent="-228600" rtl="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sz="2000" b="1" cap="none" dirty="0"/>
              <a:t>Brecha de mercado</a:t>
            </a:r>
            <a:r>
              <a:rPr lang="es-ES" sz="2000" cap="none" dirty="0"/>
              <a:t>: pocos productos en el mercado, si es que hay alguno, ayudan a los clientes como lo hacemos nosotros</a:t>
            </a:r>
            <a:endParaRPr lang="es-ES" sz="2000" cap="none" dirty="0">
              <a:cs typeface="Calibri"/>
            </a:endParaRPr>
          </a:p>
          <a:p>
            <a:pPr marL="228600" indent="-228600" rtl="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sz="2000" b="1" cap="none" dirty="0"/>
              <a:t>Clientes</a:t>
            </a:r>
            <a:r>
              <a:rPr lang="es-ES" sz="2000" cap="none" dirty="0"/>
              <a:t>: El 66 % de los consumidores de EE. UU. invierte dinero en varios productos que solo resuelven su problema de manera parcial.</a:t>
            </a:r>
          </a:p>
          <a:p>
            <a:pPr marL="228600" indent="-228600" rtl="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sz="2000" b="1" cap="none" dirty="0"/>
              <a:t>Finanzas</a:t>
            </a:r>
            <a:r>
              <a:rPr lang="es-ES" sz="2000" cap="none" dirty="0"/>
              <a:t>:</a:t>
            </a:r>
            <a:r>
              <a:rPr lang="es-ES" sz="2000" b="1" cap="none" dirty="0"/>
              <a:t> </a:t>
            </a:r>
            <a:r>
              <a:rPr lang="es-ES" sz="2000" cap="none" dirty="0">
                <a:ea typeface="+mn-lt"/>
                <a:cs typeface="+mn-lt"/>
              </a:rPr>
              <a:t>los </a:t>
            </a:r>
            <a:r>
              <a:rPr lang="es-ES" sz="2000" cap="none" dirty="0" err="1">
                <a:ea typeface="+mn-lt"/>
                <a:cs typeface="+mn-lt"/>
              </a:rPr>
              <a:t>millennials</a:t>
            </a:r>
            <a:r>
              <a:rPr lang="es-ES" sz="2000" cap="none" dirty="0">
                <a:ea typeface="+mn-lt"/>
                <a:cs typeface="+mn-lt"/>
              </a:rPr>
              <a:t> representan aproximadamente un cuarto de los 48 mil millones de dólares invertidos en 2018 en otros productos</a:t>
            </a:r>
            <a:endParaRPr lang="es-ES" sz="2000" cap="none" dirty="0">
              <a:cs typeface="Calibri" panose="020F0502020204030204"/>
            </a:endParaRPr>
          </a:p>
          <a:p>
            <a:pPr marL="228600" indent="-228600" rtl="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sz="2000" b="1" cap="none" dirty="0"/>
              <a:t>Costes</a:t>
            </a:r>
            <a:r>
              <a:rPr lang="es-ES" sz="2000" cap="none" dirty="0"/>
              <a:t>: pérdida de productividad que cuesta a los consumidores miles de dólares </a:t>
            </a:r>
            <a:endParaRPr lang="es-ES" sz="2000" cap="none" dirty="0">
              <a:cs typeface="Calibri" panose="020F0502020204030204"/>
            </a:endParaRPr>
          </a:p>
          <a:p>
            <a:pPr marL="228600" indent="-228600" rtl="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sz="2000" b="1" cap="none" dirty="0"/>
              <a:t>Facilidad de uso</a:t>
            </a:r>
            <a:r>
              <a:rPr lang="es-ES" sz="2000" cap="none" dirty="0"/>
              <a:t>: los clientes quieren algo fácil de usar que ayude a facilitar su vida </a:t>
            </a:r>
            <a:endParaRPr lang="es-ES" sz="2000" cap="none" dirty="0">
              <a:cs typeface="Calibri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C3DE89C-17D6-DEAD-BA1F-3F189F8542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B5CEABB6-07DC-46E8-9B57-56EC44A396E5}" type="slidenum">
              <a:rPr lang="es-ES" smtClean="0"/>
              <a:pPr rtl="0"/>
              <a:t>15</a:t>
            </a:fld>
            <a:endParaRPr lang="es-ES" dirty="0"/>
          </a:p>
        </p:txBody>
      </p:sp>
      <p:pic>
        <p:nvPicPr>
          <p:cNvPr id="6" name="Marcador de contenido 4" descr="Fondo de caballo dibujado a mano | Foto Premium">
            <a:extLst>
              <a:ext uri="{FF2B5EF4-FFF2-40B4-BE49-F238E27FC236}">
                <a16:creationId xmlns:a16="http://schemas.microsoft.com/office/drawing/2014/main" id="{0A706015-B8DE-7077-B5B2-66C0FC4D24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1" y="5167"/>
            <a:ext cx="12194346" cy="6852913"/>
          </a:xfrm>
          <a:prstGeom prst="rect">
            <a:avLst/>
          </a:prstGeom>
        </p:spPr>
      </p:pic>
      <p:pic>
        <p:nvPicPr>
          <p:cNvPr id="8" name="Imagen 7" descr="Imagen que contiene Texto">
            <a:extLst>
              <a:ext uri="{FF2B5EF4-FFF2-40B4-BE49-F238E27FC236}">
                <a16:creationId xmlns:a16="http://schemas.microsoft.com/office/drawing/2014/main" id="{5DE54EB6-78C4-EABE-3A98-72409E3C23B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8169" t="13490" r="18587" b="18461"/>
          <a:stretch>
            <a:fillRect/>
          </a:stretch>
        </p:blipFill>
        <p:spPr>
          <a:xfrm>
            <a:off x="680647" y="260317"/>
            <a:ext cx="2213544" cy="1384528"/>
          </a:xfrm>
          <a:prstGeom prst="ellipse">
            <a:avLst/>
          </a:prstGeom>
          <a:ln>
            <a:noFill/>
          </a:ln>
        </p:spPr>
      </p:pic>
      <p:sp>
        <p:nvSpPr>
          <p:cNvPr id="10" name="Diagrama de flujo: terminador 9">
            <a:extLst>
              <a:ext uri="{FF2B5EF4-FFF2-40B4-BE49-F238E27FC236}">
                <a16:creationId xmlns:a16="http://schemas.microsoft.com/office/drawing/2014/main" id="{86446FDB-406F-3442-C340-51093AE777C4}"/>
              </a:ext>
            </a:extLst>
          </p:cNvPr>
          <p:cNvSpPr/>
          <p:nvPr/>
        </p:nvSpPr>
        <p:spPr>
          <a:xfrm>
            <a:off x="6079782" y="163129"/>
            <a:ext cx="4325606" cy="602039"/>
          </a:xfrm>
          <a:prstGeom prst="flowChartTermina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117D5504-FD4E-0427-BA24-0186D380FEAF}"/>
              </a:ext>
            </a:extLst>
          </p:cNvPr>
          <p:cNvSpPr txBox="1"/>
          <p:nvPr/>
        </p:nvSpPr>
        <p:spPr>
          <a:xfrm>
            <a:off x="6835293" y="260376"/>
            <a:ext cx="270217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 sz="2400" i="1" dirty="0" err="1">
                <a:latin typeface="Batang"/>
                <a:ea typeface="Batang"/>
              </a:rPr>
              <a:t>Maiz</a:t>
            </a:r>
          </a:p>
        </p:txBody>
      </p:sp>
      <p:pic>
        <p:nvPicPr>
          <p:cNvPr id="14" name="Imagen 13" descr="Baixar lupa, pesquisa, ícone de zoom em fundo branco gratuitamente ...">
            <a:extLst>
              <a:ext uri="{FF2B5EF4-FFF2-40B4-BE49-F238E27FC236}">
                <a16:creationId xmlns:a16="http://schemas.microsoft.com/office/drawing/2014/main" id="{BFE379DD-3BBA-AD88-04EB-7430DC436238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92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104000"/>
                    </a14:imgEffect>
                  </a14:imgLayer>
                </a14:imgProps>
              </a:ext>
            </a:extLst>
          </a:blip>
          <a:srcRect l="27742" t="23463" r="25806" b="30367"/>
          <a:stretch>
            <a:fillRect/>
          </a:stretch>
        </p:blipFill>
        <p:spPr>
          <a:xfrm>
            <a:off x="9768996" y="257640"/>
            <a:ext cx="403463" cy="396528"/>
          </a:xfrm>
          <a:prstGeom prst="rect">
            <a:avLst/>
          </a:prstGeom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874A0506-89E8-2A04-5BBE-AA6BE9F0550A}"/>
              </a:ext>
            </a:extLst>
          </p:cNvPr>
          <p:cNvSpPr txBox="1"/>
          <p:nvPr/>
        </p:nvSpPr>
        <p:spPr>
          <a:xfrm>
            <a:off x="586937" y="1778864"/>
            <a:ext cx="246416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 sz="2400" i="1" dirty="0" err="1">
                <a:latin typeface="Batang"/>
                <a:ea typeface="Batang"/>
              </a:rPr>
              <a:t>Maiz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E4F646EF-F1DB-0A1A-49C7-20F967C735DE}"/>
              </a:ext>
            </a:extLst>
          </p:cNvPr>
          <p:cNvSpPr txBox="1"/>
          <p:nvPr/>
        </p:nvSpPr>
        <p:spPr>
          <a:xfrm>
            <a:off x="3565486" y="1930016"/>
            <a:ext cx="4682178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dirty="0"/>
              <a:t>Descripción</a:t>
            </a:r>
          </a:p>
          <a:p>
            <a:r>
              <a:rPr lang="es-ES" dirty="0"/>
              <a:t>     El </a:t>
            </a:r>
            <a:r>
              <a:rPr lang="es-ES" dirty="0" err="1"/>
              <a:t>maiz</a:t>
            </a:r>
            <a:r>
              <a:rPr lang="es-ES" dirty="0"/>
              <a:t> lo vendemos por:</a:t>
            </a:r>
          </a:p>
          <a:p>
            <a:r>
              <a:rPr lang="es-ES" dirty="0"/>
              <a:t>1- Kilogramo …...........................$30</a:t>
            </a:r>
          </a:p>
          <a:p>
            <a:r>
              <a:rPr lang="es-ES" dirty="0"/>
              <a:t>2- Costal …..................................$285</a:t>
            </a:r>
          </a:p>
          <a:p>
            <a:endParaRPr lang="es-ES" dirty="0"/>
          </a:p>
          <a:p>
            <a:r>
              <a:rPr lang="es-ES" dirty="0"/>
              <a:t>Su consumo puede ser para alimento de gallinas, masa u otros usos. Si se desea alguna cantidad mayor o menor del </a:t>
            </a:r>
            <a:r>
              <a:rPr lang="es-ES" dirty="0" err="1"/>
              <a:t>maiz</a:t>
            </a:r>
            <a:r>
              <a:rPr lang="es-ES" dirty="0"/>
              <a:t>, nos puede enviar un mensaje</a:t>
            </a:r>
          </a:p>
        </p:txBody>
      </p:sp>
      <p:sp>
        <p:nvSpPr>
          <p:cNvPr id="19" name="Diagrama de flujo: preparación 18">
            <a:extLst>
              <a:ext uri="{FF2B5EF4-FFF2-40B4-BE49-F238E27FC236}">
                <a16:creationId xmlns:a16="http://schemas.microsoft.com/office/drawing/2014/main" id="{CD417DA2-70E1-9B39-37F9-B58C0B049C63}"/>
              </a:ext>
            </a:extLst>
          </p:cNvPr>
          <p:cNvSpPr/>
          <p:nvPr/>
        </p:nvSpPr>
        <p:spPr>
          <a:xfrm>
            <a:off x="742048" y="4312282"/>
            <a:ext cx="2058134" cy="434028"/>
          </a:xfrm>
          <a:prstGeom prst="flowChartPreparation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7DC53A56-1624-A254-8C3E-4CACB9E598DF}"/>
              </a:ext>
            </a:extLst>
          </p:cNvPr>
          <p:cNvSpPr txBox="1"/>
          <p:nvPr/>
        </p:nvSpPr>
        <p:spPr>
          <a:xfrm>
            <a:off x="1013836" y="4376567"/>
            <a:ext cx="2240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dirty="0"/>
              <a:t>Precio: $30 Kg.</a:t>
            </a:r>
          </a:p>
        </p:txBody>
      </p:sp>
      <p:sp>
        <p:nvSpPr>
          <p:cNvPr id="20" name="Signo menos 19">
            <a:extLst>
              <a:ext uri="{FF2B5EF4-FFF2-40B4-BE49-F238E27FC236}">
                <a16:creationId xmlns:a16="http://schemas.microsoft.com/office/drawing/2014/main" id="{970EADB3-75EC-17A2-FF75-E277238B5513}"/>
              </a:ext>
            </a:extLst>
          </p:cNvPr>
          <p:cNvSpPr/>
          <p:nvPr/>
        </p:nvSpPr>
        <p:spPr>
          <a:xfrm>
            <a:off x="8902016" y="5382201"/>
            <a:ext cx="3472227" cy="1946127"/>
          </a:xfrm>
          <a:prstGeom prst="mathMinus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B85AC803-EAA9-F6B9-4BE8-B41F074F52B1}"/>
              </a:ext>
            </a:extLst>
          </p:cNvPr>
          <p:cNvSpPr txBox="1"/>
          <p:nvPr/>
        </p:nvSpPr>
        <p:spPr>
          <a:xfrm>
            <a:off x="9533498" y="6169157"/>
            <a:ext cx="163810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dirty="0"/>
              <a:t>Mensajes …..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F33B39A3-930C-AA0A-FECF-83D4F691A88B}"/>
              </a:ext>
            </a:extLst>
          </p:cNvPr>
          <p:cNvSpPr txBox="1"/>
          <p:nvPr/>
        </p:nvSpPr>
        <p:spPr>
          <a:xfrm>
            <a:off x="3494407" y="4914244"/>
            <a:ext cx="1797938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 sz="2400" dirty="0"/>
              <a:t>Puntuación</a:t>
            </a:r>
          </a:p>
        </p:txBody>
      </p:sp>
      <p:sp>
        <p:nvSpPr>
          <p:cNvPr id="23" name="Estrella: 5 puntas 22">
            <a:extLst>
              <a:ext uri="{FF2B5EF4-FFF2-40B4-BE49-F238E27FC236}">
                <a16:creationId xmlns:a16="http://schemas.microsoft.com/office/drawing/2014/main" id="{638E2F72-18A0-3ADE-1DD8-122F64EC3DEC}"/>
              </a:ext>
            </a:extLst>
          </p:cNvPr>
          <p:cNvSpPr/>
          <p:nvPr/>
        </p:nvSpPr>
        <p:spPr>
          <a:xfrm>
            <a:off x="5401532" y="4917064"/>
            <a:ext cx="350022" cy="308020"/>
          </a:xfrm>
          <a:prstGeom prst="star5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4" name="Estrella: 5 puntas 23">
            <a:extLst>
              <a:ext uri="{FF2B5EF4-FFF2-40B4-BE49-F238E27FC236}">
                <a16:creationId xmlns:a16="http://schemas.microsoft.com/office/drawing/2014/main" id="{E6E9A3F1-67D3-1749-3039-092B29DEF9A0}"/>
              </a:ext>
            </a:extLst>
          </p:cNvPr>
          <p:cNvSpPr/>
          <p:nvPr/>
        </p:nvSpPr>
        <p:spPr>
          <a:xfrm>
            <a:off x="5760120" y="4905858"/>
            <a:ext cx="350022" cy="308020"/>
          </a:xfrm>
          <a:prstGeom prst="star5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5" name="Estrella: 5 puntas 24">
            <a:extLst>
              <a:ext uri="{FF2B5EF4-FFF2-40B4-BE49-F238E27FC236}">
                <a16:creationId xmlns:a16="http://schemas.microsoft.com/office/drawing/2014/main" id="{C895833E-5E33-130E-8B7A-7A7AADA26092}"/>
              </a:ext>
            </a:extLst>
          </p:cNvPr>
          <p:cNvSpPr/>
          <p:nvPr/>
        </p:nvSpPr>
        <p:spPr>
          <a:xfrm>
            <a:off x="6802266" y="4905857"/>
            <a:ext cx="350022" cy="308020"/>
          </a:xfrm>
          <a:prstGeom prst="star5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6" name="Estrella: 5 puntas 25">
            <a:extLst>
              <a:ext uri="{FF2B5EF4-FFF2-40B4-BE49-F238E27FC236}">
                <a16:creationId xmlns:a16="http://schemas.microsoft.com/office/drawing/2014/main" id="{32F359F1-976C-B575-100F-3D3C6052FDDF}"/>
              </a:ext>
            </a:extLst>
          </p:cNvPr>
          <p:cNvSpPr/>
          <p:nvPr/>
        </p:nvSpPr>
        <p:spPr>
          <a:xfrm>
            <a:off x="6107501" y="4905857"/>
            <a:ext cx="350022" cy="308020"/>
          </a:xfrm>
          <a:prstGeom prst="star5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7" name="Estrella: 5 puntas 26">
            <a:extLst>
              <a:ext uri="{FF2B5EF4-FFF2-40B4-BE49-F238E27FC236}">
                <a16:creationId xmlns:a16="http://schemas.microsoft.com/office/drawing/2014/main" id="{49DDDB01-5688-40A2-84AC-20091DDA8224}"/>
              </a:ext>
            </a:extLst>
          </p:cNvPr>
          <p:cNvSpPr/>
          <p:nvPr/>
        </p:nvSpPr>
        <p:spPr>
          <a:xfrm>
            <a:off x="6454884" y="4905858"/>
            <a:ext cx="350022" cy="308020"/>
          </a:xfrm>
          <a:prstGeom prst="star5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098EB61B-4EC9-5BE6-08BC-9942B77B3055}"/>
              </a:ext>
            </a:extLst>
          </p:cNvPr>
          <p:cNvSpPr/>
          <p:nvPr/>
        </p:nvSpPr>
        <p:spPr>
          <a:xfrm>
            <a:off x="504721" y="6012816"/>
            <a:ext cx="1725826" cy="52649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4830C444-B4AB-2C55-FC3D-88876BFB9B30}"/>
              </a:ext>
            </a:extLst>
          </p:cNvPr>
          <p:cNvSpPr txBox="1"/>
          <p:nvPr/>
        </p:nvSpPr>
        <p:spPr>
          <a:xfrm>
            <a:off x="509423" y="6004516"/>
            <a:ext cx="1736113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 sz="2800" dirty="0">
                <a:latin typeface="Batang"/>
                <a:ea typeface="Batang"/>
              </a:rPr>
              <a:t>Comprar</a:t>
            </a:r>
          </a:p>
        </p:txBody>
      </p:sp>
      <p:pic>
        <p:nvPicPr>
          <p:cNvPr id="9" name="Imagen 8" descr="Agricultura cosecha de maíz los agricultores de maíz plantan maíz ...">
            <a:extLst>
              <a:ext uri="{FF2B5EF4-FFF2-40B4-BE49-F238E27FC236}">
                <a16:creationId xmlns:a16="http://schemas.microsoft.com/office/drawing/2014/main" id="{8947A6C3-E94A-DEBF-2E56-1A25B04BED5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4548" y="2441139"/>
            <a:ext cx="2463452" cy="1579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1527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386DBB-D0DC-05D4-788C-E10EEF6B4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1990" y="434225"/>
            <a:ext cx="9524998" cy="1499627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Conclusión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0E41F64-E350-1F21-8A57-E740F48F313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137072"/>
            <a:ext cx="7560270" cy="3914910"/>
          </a:xfrm>
        </p:spPr>
        <p:txBody>
          <a:bodyPr vert="horz" lIns="91440" tIns="45720" rIns="91440" bIns="45720" rtlCol="0" anchor="t">
            <a:normAutofit/>
          </a:bodyPr>
          <a:lstStyle>
            <a:defPPr>
              <a:defRPr lang="es-ES"/>
            </a:defPPr>
          </a:lstStyle>
          <a:p>
            <a:r>
              <a:rPr lang="es-ES" dirty="0"/>
              <a:t>Esperamos haya sido de su agrado nuestra presentación, esta fue la representación de </a:t>
            </a:r>
            <a:r>
              <a:rPr lang="es-ES"/>
              <a:t>cómo</a:t>
            </a:r>
            <a:r>
              <a:rPr lang="es-ES" dirty="0"/>
              <a:t> se verá aun futuro nuestra primera </a:t>
            </a:r>
            <a:r>
              <a:rPr lang="es-ES" err="1"/>
              <a:t>pagina</a:t>
            </a:r>
            <a:r>
              <a:rPr lang="es-ES" dirty="0"/>
              <a:t> web.</a:t>
            </a:r>
          </a:p>
          <a:p>
            <a:endParaRPr lang="es-ES" dirty="0"/>
          </a:p>
          <a:p>
            <a:r>
              <a:rPr lang="es-ES" dirty="0"/>
              <a:t>Explicamos de la manera más metódica para que fuera sencillo de entender y explicar a los demás el funcionamiento de la app. 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99D2502-F7A7-039F-01A0-59462ADFF6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fld id="{B5CEABB6-07DC-46E8-9B57-56EC44A396E5}" type="slidenum">
              <a:rPr lang="es-ES" smtClean="0"/>
              <a:pPr rtl="0"/>
              <a:t>16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3984060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77B52831-0916-294C-0ACB-9774B9805D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151" r="18577"/>
          <a:stretch/>
        </p:blipFill>
        <p:spPr>
          <a:xfrm flipH="1">
            <a:off x="0" y="0"/>
            <a:ext cx="5181600" cy="6858000"/>
          </a:xfrm>
          <a:prstGeom prst="rect">
            <a:avLst/>
          </a:prstGeom>
        </p:spPr>
      </p:pic>
      <p:sp>
        <p:nvSpPr>
          <p:cNvPr id="7" name="Título 6">
            <a:extLst>
              <a:ext uri="{FF2B5EF4-FFF2-40B4-BE49-F238E27FC236}">
                <a16:creationId xmlns:a16="http://schemas.microsoft.com/office/drawing/2014/main" id="{E82E216E-9EE0-9D3F-D692-083F575A3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1515" y="374090"/>
            <a:ext cx="5057104" cy="3624984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Gracias</a:t>
            </a:r>
          </a:p>
        </p:txBody>
      </p:sp>
      <p:sp>
        <p:nvSpPr>
          <p:cNvPr id="10" name="Marcador de contenido 9">
            <a:extLst>
              <a:ext uri="{FF2B5EF4-FFF2-40B4-BE49-F238E27FC236}">
                <a16:creationId xmlns:a16="http://schemas.microsoft.com/office/drawing/2014/main" id="{1F398FDD-E639-CF6A-B875-443655F2B3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1514" y="4172989"/>
            <a:ext cx="5057103" cy="2519363"/>
          </a:xfrm>
        </p:spPr>
        <p:txBody>
          <a:bodyPr vert="horz" lIns="91440" tIns="45720" rIns="91440" bIns="45720" rtlCol="0" anchor="t">
            <a:normAutofit lnSpcReduction="10000"/>
          </a:bodyPr>
          <a:lstStyle>
            <a:defPPr>
              <a:defRPr lang="es-ES"/>
            </a:defPPr>
          </a:lstStyle>
          <a:p>
            <a:r>
              <a:rPr lang="es-ES" dirty="0"/>
              <a:t>El equipo: La potrancas, le agradece la atención</a:t>
            </a:r>
            <a:r>
              <a:rPr lang="es-ES"/>
              <a:t> prestada. </a:t>
            </a:r>
          </a:p>
          <a:p>
            <a:endParaRPr lang="es-ES" dirty="0"/>
          </a:p>
          <a:p>
            <a:r>
              <a:rPr lang="es-ES"/>
              <a:t>Integrantes:</a:t>
            </a:r>
          </a:p>
          <a:p>
            <a:endParaRPr lang="es-ES" dirty="0"/>
          </a:p>
          <a:p>
            <a:r>
              <a:rPr lang="es-ES" dirty="0"/>
              <a:t>Karime Scarlett </a:t>
            </a:r>
            <a:r>
              <a:rPr lang="es-ES" err="1"/>
              <a:t>Sanchez</a:t>
            </a:r>
            <a:r>
              <a:rPr lang="es-ES" dirty="0"/>
              <a:t> Ruiz</a:t>
            </a:r>
          </a:p>
          <a:p>
            <a:r>
              <a:rPr lang="es-ES" err="1"/>
              <a:t>Karol</a:t>
            </a:r>
            <a:r>
              <a:rPr lang="es-ES"/>
              <a:t> Paola Cruz Cervantes</a:t>
            </a:r>
          </a:p>
          <a:p>
            <a:r>
              <a:rPr lang="es-ES"/>
              <a:t>Erika Fabiola Cervantes Nicolas</a:t>
            </a:r>
          </a:p>
          <a:p>
            <a:r>
              <a:rPr lang="es-ES" dirty="0"/>
              <a:t>Vanessa Rodríguez Hermosillo</a:t>
            </a:r>
          </a:p>
        </p:txBody>
      </p:sp>
    </p:spTree>
    <p:extLst>
      <p:ext uri="{BB962C8B-B14F-4D97-AF65-F5344CB8AC3E}">
        <p14:creationId xmlns:p14="http://schemas.microsoft.com/office/powerpoint/2010/main" val="769932640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ar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22318419_win32_SL_V9" id="{8502042B-488E-4F33-AD20-77B40A1BC1AA}" vid="{A90C26AF-23CA-48C5-BFF9-84DC7B1C9175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268EFD9E-464D-4A64-8503-21EC0260155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133F63F-9110-40E7-9727-485934F4150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7B53FD5-8F3E-4406-8404-9F78B5E6376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605</Words>
  <Application>Microsoft Office PowerPoint</Application>
  <PresentationFormat>Panorámica</PresentationFormat>
  <Paragraphs>125</Paragraphs>
  <Slides>17</Slides>
  <Notes>11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18" baseType="lpstr">
      <vt:lpstr>Personalizar</vt:lpstr>
      <vt:lpstr>Presentación de página web</vt:lpstr>
      <vt:lpstr>App: Granja del campo: las potrancas</vt:lpstr>
      <vt:lpstr>Presentación de PowerPoint</vt:lpstr>
      <vt:lpstr>Presentación de PowerPoint</vt:lpstr>
      <vt:lpstr>Problema </vt:lpstr>
      <vt:lpstr>Problema </vt:lpstr>
      <vt:lpstr>Problema </vt:lpstr>
      <vt:lpstr>Nuestra competencia</vt:lpstr>
      <vt:lpstr>Presentación de PowerPoint</vt:lpstr>
      <vt:lpstr>Presentación de PowerPoint</vt:lpstr>
      <vt:lpstr>Problema </vt:lpstr>
      <vt:lpstr>Nuestra competencia</vt:lpstr>
      <vt:lpstr>Presentación de PowerPoint</vt:lpstr>
      <vt:lpstr>Presentación de PowerPoint</vt:lpstr>
      <vt:lpstr>Problema </vt:lpstr>
      <vt:lpstr>Conclusión</vt:lpstr>
      <vt:lpstr>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961</cp:revision>
  <dcterms:created xsi:type="dcterms:W3CDTF">2026-03-10T04:19:25Z</dcterms:created>
  <dcterms:modified xsi:type="dcterms:W3CDTF">2026-03-10T08:54:44Z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